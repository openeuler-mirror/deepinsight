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Layouts/slideLayout7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8" r:id="rId1"/>
    <p:sldMasterId id="2147483797" r:id="rId2"/>
    <p:sldMasterId id="2147483816" r:id="rId3"/>
    <p:sldMasterId id="2147483683" r:id="rId4"/>
  </p:sldMasterIdLst>
  <p:notesMasterIdLst>
    <p:notesMasterId r:id="rId20"/>
  </p:notesMasterIdLst>
  <p:handoutMasterIdLst>
    <p:handoutMasterId r:id="rId21"/>
  </p:handoutMasterIdLst>
  <p:sldIdLst>
    <p:sldId id="283" r:id="rId5"/>
    <p:sldId id="282" r:id="rId6"/>
    <p:sldId id="281" r:id="rId7"/>
    <p:sldId id="286" r:id="rId8"/>
    <p:sldId id="287" r:id="rId9"/>
    <p:sldId id="288" r:id="rId10"/>
    <p:sldId id="289" r:id="rId11"/>
    <p:sldId id="290" r:id="rId12"/>
    <p:sldId id="291" r:id="rId13"/>
    <p:sldId id="292" r:id="rId14"/>
    <p:sldId id="293" r:id="rId15"/>
    <p:sldId id="294" r:id="rId16"/>
    <p:sldId id="295" r:id="rId17"/>
    <p:sldId id="285" r:id="rId18"/>
    <p:sldId id="280" r:id="rId19"/>
  </p:sldIdLst>
  <p:sldSz cx="12196763" cy="6858000"/>
  <p:notesSz cx="6858000" cy="9144000"/>
  <p:defaultTextStyle>
    <a:defPPr>
      <a:defRPr lang="en-US"/>
    </a:defPPr>
    <a:lvl1pPr marL="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4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7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71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957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196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43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67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913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页_图片版" id="{E8D0D622-F6C6-F44A-B365-B4A5FF6195C2}">
          <p14:sldIdLst>
            <p14:sldId id="283"/>
          </p14:sldIdLst>
        </p14:section>
        <p14:section name="目录页" id="{9D221634-295C-7843-AF5C-A0CB4F229241}">
          <p14:sldIdLst>
            <p14:sldId id="282"/>
          </p14:sldIdLst>
        </p14:section>
        <p14:section name="章节页" id="{FD05EE94-C931-8C4B-83A2-004B32AA1207}">
          <p14:sldIdLst>
            <p14:sldId id="281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85"/>
          </p14:sldIdLst>
        </p14:section>
        <p14:section name="结束页" id="{3F9D54A7-3BE2-2540-BB4C-DFE5509085F3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>
        <p15:guide id="5" pos="3701" userDrawn="1">
          <p15:clr>
            <a:srgbClr val="A4A3A4"/>
          </p15:clr>
        </p15:guide>
        <p15:guide id="6" orient="horz" pos="2159" userDrawn="1">
          <p15:clr>
            <a:srgbClr val="A4A3A4"/>
          </p15:clr>
        </p15:guide>
        <p15:guide id="7" pos="353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1515"/>
    <a:srgbClr val="C7000B"/>
    <a:srgbClr val="575756"/>
    <a:srgbClr val="FFFFFF"/>
    <a:srgbClr val="DD4654"/>
    <a:srgbClr val="F3D2D5"/>
    <a:srgbClr val="E6A8AD"/>
    <a:srgbClr val="E57B84"/>
    <a:srgbClr val="E57984"/>
    <a:srgbClr val="BF00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818" autoAdjust="0"/>
    <p:restoredTop sz="96291"/>
  </p:normalViewPr>
  <p:slideViewPr>
    <p:cSldViewPr snapToGrid="0" snapToObjects="1">
      <p:cViewPr>
        <p:scale>
          <a:sx n="49" d="100"/>
          <a:sy n="49" d="100"/>
        </p:scale>
        <p:origin x="2000" y="1808"/>
      </p:cViewPr>
      <p:guideLst>
        <p:guide pos="3701"/>
        <p:guide orient="horz" pos="2159"/>
        <p:guide pos="353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slideMaster" Target="slideMasters/slideMaster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___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5C5C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C0F3-3D4F-8E8F-DC07C0A40CB4}"/>
              </c:ext>
            </c:extLst>
          </c:dPt>
          <c:dPt>
            <c:idx val="1"/>
            <c:invertIfNegative val="0"/>
            <c:bubble3D val="0"/>
            <c:spPr>
              <a:solidFill>
                <a:srgbClr val="92929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C0F3-3D4F-8E8F-DC07C0A40CB4}"/>
              </c:ext>
            </c:extLst>
          </c:dPt>
          <c:dPt>
            <c:idx val="2"/>
            <c:invertIfNegative val="0"/>
            <c:bubble3D val="0"/>
            <c:spPr>
              <a:solidFill>
                <a:srgbClr val="66666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C0F3-3D4F-8E8F-DC07C0A40CB4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C0F3-3D4F-8E8F-DC07C0A40CB4}"/>
              </c:ext>
            </c:extLst>
          </c:dPt>
          <c:dPt>
            <c:idx val="4"/>
            <c:invertIfNegative val="0"/>
            <c:bubble3D val="0"/>
            <c:spPr>
              <a:solidFill>
                <a:srgbClr val="C0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C0F3-3D4F-8E8F-DC07C0A40CB4}"/>
              </c:ext>
            </c:extLst>
          </c:dPt>
          <c:dPt>
            <c:idx val="5"/>
            <c:invertIfNegative val="0"/>
            <c:bubble3D val="0"/>
            <c:spPr>
              <a:solidFill>
                <a:srgbClr val="FBA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C0F3-3D4F-8E8F-DC07C0A40CB4}"/>
              </c:ext>
            </c:extLst>
          </c:dPt>
          <c:cat>
            <c:strRef>
              <c:f>Sheet1!$A$2:$A$7</c:f>
              <c:strCache>
                <c:ptCount val="6"/>
                <c:pt idx="0">
                  <c:v>North</c:v>
                </c:pt>
                <c:pt idx="1">
                  <c:v>S. &amp; Cent.</c:v>
                </c:pt>
                <c:pt idx="2">
                  <c:v>Europe &amp;</c:v>
                </c:pt>
                <c:pt idx="3">
                  <c:v>Middle</c:v>
                </c:pt>
                <c:pt idx="4">
                  <c:v>Africa</c:v>
                </c:pt>
                <c:pt idx="5">
                  <c:v>Asia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50</c:v>
                </c:pt>
                <c:pt idx="2">
                  <c:v>70</c:v>
                </c:pt>
                <c:pt idx="3">
                  <c:v>140</c:v>
                </c:pt>
                <c:pt idx="4">
                  <c:v>70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0F3-3D4F-8E8F-DC07C0A40CB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6"/>
        <c:overlap val="9"/>
        <c:axId val="360089552"/>
        <c:axId val="360084656"/>
      </c:barChart>
      <c:catAx>
        <c:axId val="3600895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rgbClr val="1D1D1B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zh-CN"/>
          </a:p>
        </c:txPr>
        <c:crossAx val="360084656"/>
        <c:crosses val="autoZero"/>
        <c:auto val="1"/>
        <c:lblAlgn val="ctr"/>
        <c:lblOffset val="100"/>
        <c:noMultiLvlLbl val="0"/>
      </c:catAx>
      <c:valAx>
        <c:axId val="360084656"/>
        <c:scaling>
          <c:orientation val="minMax"/>
          <c:max val="160"/>
          <c:min val="0"/>
        </c:scaling>
        <c:delete val="0"/>
        <c:axPos val="l"/>
        <c:majorGridlines>
          <c:spPr>
            <a:ln w="9525" cap="flat" cmpd="sng" algn="ctr">
              <a:solidFill>
                <a:srgbClr val="C5C5C5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700" b="0" i="0" u="none" strike="noStrike" kern="1200" baseline="0">
                <a:solidFill>
                  <a:srgbClr val="1D1D1B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zh-CN"/>
          </a:p>
        </c:txPr>
        <c:crossAx val="360089552"/>
        <c:crosses val="autoZero"/>
        <c:crossBetween val="between"/>
        <c:majorUnit val="4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CC198DB-AFBD-584A-8986-364FF2B03F4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01315C-523F-A043-8029-B992149712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601424-70F4-1643-8E3A-557A0258D6B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5BF48A-FF5C-8145-95A7-EE66A87C73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0952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60A27-BF12-6744-9E93-932A0E34D8BB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7326F3-4732-B74B-9C70-D0992466E4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632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5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304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957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60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26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913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566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21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8456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探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227DEE9-8BE9-0D49-BF96-9E83C5312E0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F43DA98-D48D-6947-95EF-BA3B05E688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6035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1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智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18" name="L 形 17"/>
          <p:cNvSpPr/>
          <p:nvPr userDrawn="1"/>
        </p:nvSpPr>
        <p:spPr>
          <a:xfrm rot="5400000">
            <a:off x="5824025" y="256863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2AA4863-E1EF-3342-A8CB-ECD4FD06CEB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195303EA-8491-464F-99A0-67F948701C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48475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攀登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25" r="2034" b="5607"/>
          <a:stretch/>
        </p:blipFill>
        <p:spPr>
          <a:xfrm>
            <a:off x="1" y="-36206"/>
            <a:ext cx="12196763" cy="563847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8" name="L 形 7"/>
          <p:cNvSpPr/>
          <p:nvPr userDrawn="1"/>
        </p:nvSpPr>
        <p:spPr>
          <a:xfrm rot="5400000">
            <a:off x="7929967" y="165755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6BB7B2F8-0AF7-D04F-81DD-52FDB6B732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0449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1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灯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E2C11B17-3CC6-445B-AC71-74F18E4B41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8" t="7030" b="11599"/>
          <a:stretch/>
        </p:blipFill>
        <p:spPr>
          <a:xfrm>
            <a:off x="0" y="0"/>
            <a:ext cx="12196763" cy="5602265"/>
          </a:xfrm>
          <a:prstGeom prst="rect">
            <a:avLst/>
          </a:prstGeom>
        </p:spPr>
      </p:pic>
      <p:sp>
        <p:nvSpPr>
          <p:cNvPr id="13" name="L 形 12">
            <a:extLst>
              <a:ext uri="{FF2B5EF4-FFF2-40B4-BE49-F238E27FC236}">
                <a16:creationId xmlns:a16="http://schemas.microsoft.com/office/drawing/2014/main" id="{D9C13A00-1073-4DDB-80E9-154875087B13}"/>
              </a:ext>
            </a:extLst>
          </p:cNvPr>
          <p:cNvSpPr/>
          <p:nvPr userDrawn="1"/>
        </p:nvSpPr>
        <p:spPr>
          <a:xfrm rot="5400000">
            <a:off x="5945516" y="2323519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C897A368-8F39-4049-9BB0-AEB315EB7E0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12621051-E1A4-A049-BF21-61B18B3483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73997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s page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463">
              <a:lnSpc>
                <a:spcPct val="70000"/>
              </a:lnSpc>
              <a:buFont typeface="+mj-lt"/>
              <a:buAutoNum type="arabicPeriod"/>
              <a:tabLst/>
              <a:defRPr sz="2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12750" indent="-398463">
              <a:buFont typeface="+mj-lt"/>
              <a:buAutoNum type="arabicPeriod"/>
              <a:tabLst/>
              <a:defRPr/>
            </a:lvl2pPr>
            <a:lvl3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>
            <a:extLst>
              <a:ext uri="{FF2B5EF4-FFF2-40B4-BE49-F238E27FC236}">
                <a16:creationId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9918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>
            <a:extLst>
              <a:ext uri="{FF2B5EF4-FFF2-40B4-BE49-F238E27FC236}">
                <a16:creationId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918916" y="630373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636" dirty="0">
                <a:solidFill>
                  <a:schemeClr val="tx1"/>
                </a:solidFill>
                <a:latin typeface="Microsoft YaHei" charset="-122"/>
                <a:ea typeface="Microsoft YaHei" charset="-122"/>
                <a:cs typeface="Microsoft YaHei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1684229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593900" indent="0" algn="ctr">
              <a:buNone/>
              <a:defRPr sz="2598"/>
            </a:lvl2pPr>
            <a:lvl3pPr marL="1187798" indent="0" algn="ctr">
              <a:buNone/>
              <a:defRPr sz="2338"/>
            </a:lvl3pPr>
            <a:lvl4pPr marL="1781699" indent="0" algn="ctr">
              <a:buNone/>
              <a:defRPr sz="2079"/>
            </a:lvl4pPr>
            <a:lvl5pPr marL="2375598" indent="0" algn="ctr">
              <a:buNone/>
              <a:defRPr sz="2079"/>
            </a:lvl5pPr>
            <a:lvl6pPr marL="2969497" indent="0" algn="ctr">
              <a:buNone/>
              <a:defRPr sz="2079"/>
            </a:lvl6pPr>
            <a:lvl7pPr marL="3563396" indent="0" algn="ctr">
              <a:buNone/>
              <a:defRPr sz="2079"/>
            </a:lvl7pPr>
            <a:lvl8pPr marL="4157297" indent="0" algn="ctr">
              <a:buNone/>
              <a:defRPr sz="2079"/>
            </a:lvl8pPr>
            <a:lvl9pPr marL="4751195" indent="0" algn="ctr">
              <a:buNone/>
              <a:defRPr sz="2079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A4EAA63-3827-DA40-B921-C01084B9DA8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36908" y="150198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373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20" algn="ctr"/>
              </a:tabLst>
              <a:defRPr sz="18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2pPr>
            <a:lvl3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3pPr>
            <a:lvl4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4pPr>
            <a:lvl5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7913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2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2AF307D-40F4-EC4C-9108-79E948007529}"/>
              </a:ext>
            </a:extLst>
          </p:cNvPr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940" dirty="0">
                <a:solidFill>
                  <a:schemeClr val="tx1"/>
                </a:solidFill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3664786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5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6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F72FAD7-C8C3-754A-A498-D3A7EC29AB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9309" y="6270651"/>
            <a:ext cx="1982316" cy="15361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>
              <a:lnSpc>
                <a:spcPct val="100000"/>
              </a:lnSpc>
            </a:pPr>
            <a:r>
              <a:rPr kumimoji="1" lang="en-US" altLang="zh-CN" sz="1000" dirty="0"/>
              <a:t>Security Level:</a:t>
            </a:r>
            <a:endParaRPr lang="en-US" altLang="zh-CN" sz="1000" dirty="0"/>
          </a:p>
        </p:txBody>
      </p:sp>
      <p:pic>
        <p:nvPicPr>
          <p:cNvPr id="38" name="图片 37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6684" y="5976168"/>
            <a:ext cx="2258389" cy="48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104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2" r:id="rId1"/>
    <p:sldLayoutId id="2147483893" r:id="rId2"/>
    <p:sldLayoutId id="2147483897" r:id="rId3"/>
    <p:sldLayoutId id="2147483822" r:id="rId4"/>
  </p:sldLayoutIdLst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59" userDrawn="1">
          <p15:clr>
            <a:srgbClr val="F26B43"/>
          </p15:clr>
        </p15:guide>
        <p15:guide id="2" pos="3841" userDrawn="1">
          <p15:clr>
            <a:srgbClr val="F26B43"/>
          </p15:clr>
        </p15:guide>
        <p15:guide id="3" pos="565" userDrawn="1">
          <p15:clr>
            <a:srgbClr val="F26B43"/>
          </p15:clr>
        </p15:guide>
        <p15:guide id="4" orient="horz" pos="4007" userDrawn="1">
          <p15:clr>
            <a:srgbClr val="F26B43"/>
          </p15:clr>
        </p15:guide>
        <p15:guide id="5" orient="horz" pos="1235" userDrawn="1">
          <p15:clr>
            <a:srgbClr val="F26B43"/>
          </p15:clr>
        </p15:guide>
        <p15:guide id="6" orient="horz" pos="553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1239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7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25" userDrawn="1">
          <p15:clr>
            <a:srgbClr val="F26B43"/>
          </p15:clr>
        </p15:guide>
        <p15:guide id="5" orient="horz" pos="410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7" y="6356939"/>
            <a:ext cx="1463467" cy="242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74" b="0" baseline="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1" y="6402806"/>
            <a:ext cx="499729" cy="1502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84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74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84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74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5999" y="6319870"/>
            <a:ext cx="1269075" cy="271153"/>
          </a:xfrm>
          <a:prstGeom prst="rect">
            <a:avLst/>
          </a:prstGeom>
        </p:spPr>
      </p:pic>
      <p:grpSp>
        <p:nvGrpSpPr>
          <p:cNvPr id="25" name="组合 24"/>
          <p:cNvGrpSpPr/>
          <p:nvPr userDrawn="1"/>
        </p:nvGrpSpPr>
        <p:grpSpPr>
          <a:xfrm>
            <a:off x="12216278" y="2931937"/>
            <a:ext cx="1982916" cy="3934682"/>
            <a:chOff x="12216278" y="2262477"/>
            <a:chExt cx="1982916" cy="4604143"/>
          </a:xfrm>
        </p:grpSpPr>
        <p:grpSp>
          <p:nvGrpSpPr>
            <p:cNvPr id="26" name="组合 25"/>
            <p:cNvGrpSpPr/>
            <p:nvPr userDrawn="1"/>
          </p:nvGrpSpPr>
          <p:grpSpPr>
            <a:xfrm>
              <a:off x="12315635" y="2262477"/>
              <a:ext cx="1883559" cy="692624"/>
              <a:chOff x="12315635" y="2207613"/>
              <a:chExt cx="1883559" cy="692624"/>
            </a:xfrm>
          </p:grpSpPr>
          <p:sp>
            <p:nvSpPr>
              <p:cNvPr id="44" name="矩形 5">
                <a:extLst>
                  <a:ext uri="{FF2B5EF4-FFF2-40B4-BE49-F238E27FC236}">
                    <a16:creationId xmlns:a16="http://schemas.microsoft.com/office/drawing/2014/main" id="{3B0B5EC2-EA55-CC45-A9D0-D5EA5D768C99}"/>
                  </a:ext>
                </a:extLst>
              </p:cNvPr>
              <p:cNvSpPr/>
              <p:nvPr userDrawn="1"/>
            </p:nvSpPr>
            <p:spPr>
              <a:xfrm>
                <a:off x="12315635" y="2401808"/>
                <a:ext cx="911019" cy="498429"/>
              </a:xfrm>
              <a:prstGeom prst="rect">
                <a:avLst/>
              </a:prstGeom>
              <a:solidFill>
                <a:srgbClr val="C810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P</a:t>
                </a:r>
                <a:r>
                  <a:rPr kumimoji="1" lang="en-US" altLang="zh-Hant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186C</a:t>
                </a: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 200/16/46</a:t>
                </a:r>
              </a:p>
            </p:txBody>
          </p:sp>
          <p:sp>
            <p:nvSpPr>
              <p:cNvPr id="45" name="矩形 9">
                <a:extLst>
                  <a:ext uri="{FF2B5EF4-FFF2-40B4-BE49-F238E27FC236}">
                    <a16:creationId xmlns:a16="http://schemas.microsoft.com/office/drawing/2014/main" id="{992224C5-04A6-C041-B257-13137945DBB8}"/>
                  </a:ext>
                </a:extLst>
              </p:cNvPr>
              <p:cNvSpPr/>
              <p:nvPr userDrawn="1"/>
            </p:nvSpPr>
            <p:spPr>
              <a:xfrm>
                <a:off x="13288175" y="2401808"/>
                <a:ext cx="911019" cy="498429"/>
              </a:xfrm>
              <a:prstGeom prst="rect">
                <a:avLst/>
              </a:prstGeom>
              <a:solidFill>
                <a:srgbClr val="C7000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P</a:t>
                </a:r>
                <a:r>
                  <a:rPr kumimoji="1" lang="en-US" altLang="zh-Hant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185C</a:t>
                </a: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 199/0/11</a:t>
                </a:r>
              </a:p>
            </p:txBody>
          </p:sp>
          <p:sp>
            <p:nvSpPr>
              <p:cNvPr id="46" name="文本框 31">
                <a:extLst>
                  <a:ext uri="{FF2B5EF4-FFF2-40B4-BE49-F238E27FC236}">
                    <a16:creationId xmlns:a16="http://schemas.microsoft.com/office/drawing/2014/main" id="{58918196-0639-EE4B-AFC2-315BE04587B9}"/>
                  </a:ext>
                </a:extLst>
              </p:cNvPr>
              <p:cNvSpPr txBox="1"/>
              <p:nvPr userDrawn="1"/>
            </p:nvSpPr>
            <p:spPr>
              <a:xfrm>
                <a:off x="12326898" y="2207613"/>
                <a:ext cx="384721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品牌色</a:t>
                </a:r>
              </a:p>
            </p:txBody>
          </p:sp>
        </p:grpSp>
        <p:grpSp>
          <p:nvGrpSpPr>
            <p:cNvPr id="27" name="组合 26"/>
            <p:cNvGrpSpPr/>
            <p:nvPr userDrawn="1"/>
          </p:nvGrpSpPr>
          <p:grpSpPr>
            <a:xfrm>
              <a:off x="12216278" y="3080825"/>
              <a:ext cx="1982912" cy="3785795"/>
              <a:chOff x="12216278" y="3080825"/>
              <a:chExt cx="1982912" cy="3785795"/>
            </a:xfrm>
          </p:grpSpPr>
          <p:sp>
            <p:nvSpPr>
              <p:cNvPr id="28" name="矩形 12">
                <a:extLst>
                  <a:ext uri="{FF2B5EF4-FFF2-40B4-BE49-F238E27FC236}">
                    <a16:creationId xmlns:a16="http://schemas.microsoft.com/office/drawing/2014/main" id="{DCA8B73C-0B87-284F-805F-752EBF20B768}"/>
                  </a:ext>
                </a:extLst>
              </p:cNvPr>
              <p:cNvSpPr/>
              <p:nvPr userDrawn="1"/>
            </p:nvSpPr>
            <p:spPr>
              <a:xfrm>
                <a:off x="12315640" y="3785971"/>
                <a:ext cx="885201" cy="462672"/>
              </a:xfrm>
              <a:prstGeom prst="rect">
                <a:avLst/>
              </a:prstGeom>
              <a:solidFill>
                <a:srgbClr val="EA5A4F"/>
              </a:solidFill>
              <a:ln>
                <a:solidFill>
                  <a:srgbClr val="EA5A4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234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90/79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29" name="矩形 13">
                <a:extLst>
                  <a:ext uri="{FF2B5EF4-FFF2-40B4-BE49-F238E27FC236}">
                    <a16:creationId xmlns:a16="http://schemas.microsoft.com/office/drawing/2014/main" id="{138A39A8-BB4E-CD4E-9201-F1785C874F92}"/>
                  </a:ext>
                </a:extLst>
              </p:cNvPr>
              <p:cNvSpPr/>
              <p:nvPr userDrawn="1"/>
            </p:nvSpPr>
            <p:spPr>
              <a:xfrm>
                <a:off x="12315640" y="3259312"/>
                <a:ext cx="885201" cy="462672"/>
              </a:xfrm>
              <a:prstGeom prst="rect">
                <a:avLst/>
              </a:prstGeom>
              <a:solidFill>
                <a:srgbClr val="78000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120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0/15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0" name="文本框 15">
                <a:extLst>
                  <a:ext uri="{FF2B5EF4-FFF2-40B4-BE49-F238E27FC236}">
                    <a16:creationId xmlns:a16="http://schemas.microsoft.com/office/drawing/2014/main" id="{8F53C07A-1022-C740-8F8D-97538E174D38}"/>
                  </a:ext>
                </a:extLst>
              </p:cNvPr>
              <p:cNvSpPr txBox="1"/>
              <p:nvPr userDrawn="1"/>
            </p:nvSpPr>
            <p:spPr>
              <a:xfrm>
                <a:off x="12216278" y="3080825"/>
                <a:ext cx="569387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b" anchorCtr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辅助色</a:t>
                </a:r>
              </a:p>
            </p:txBody>
          </p:sp>
          <p:sp>
            <p:nvSpPr>
              <p:cNvPr id="31" name="矩形 16">
                <a:extLst>
                  <a:ext uri="{FF2B5EF4-FFF2-40B4-BE49-F238E27FC236}">
                    <a16:creationId xmlns:a16="http://schemas.microsoft.com/office/drawing/2014/main" id="{306A7598-C00D-994F-82DA-B39F3C2E0AAD}"/>
                  </a:ext>
                </a:extLst>
              </p:cNvPr>
              <p:cNvSpPr/>
              <p:nvPr userDrawn="1"/>
            </p:nvSpPr>
            <p:spPr>
              <a:xfrm>
                <a:off x="12315640" y="4836793"/>
                <a:ext cx="885201" cy="462672"/>
              </a:xfrm>
              <a:prstGeom prst="rect">
                <a:avLst/>
              </a:prstGeom>
              <a:solidFill>
                <a:srgbClr val="F8B53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248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181/60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2" name="矩形 17">
                <a:extLst>
                  <a:ext uri="{FF2B5EF4-FFF2-40B4-BE49-F238E27FC236}">
                    <a16:creationId xmlns:a16="http://schemas.microsoft.com/office/drawing/2014/main" id="{C1423292-FF2F-A74C-943E-1C3C47534098}"/>
                  </a:ext>
                </a:extLst>
              </p:cNvPr>
              <p:cNvSpPr/>
              <p:nvPr userDrawn="1"/>
            </p:nvSpPr>
            <p:spPr>
              <a:xfrm>
                <a:off x="12315640" y="4319278"/>
                <a:ext cx="885201" cy="462672"/>
              </a:xfrm>
              <a:prstGeom prst="rect">
                <a:avLst/>
              </a:prstGeom>
              <a:solidFill>
                <a:srgbClr val="EB5C0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235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92/1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3" name="矩形 18">
                <a:extLst>
                  <a:ext uri="{FF2B5EF4-FFF2-40B4-BE49-F238E27FC236}">
                    <a16:creationId xmlns:a16="http://schemas.microsoft.com/office/drawing/2014/main" id="{2A29AF15-F5C4-A842-A63B-5DBA549CB92F}"/>
                  </a:ext>
                </a:extLst>
              </p:cNvPr>
              <p:cNvSpPr/>
              <p:nvPr userDrawn="1"/>
            </p:nvSpPr>
            <p:spPr>
              <a:xfrm>
                <a:off x="12315636" y="5880294"/>
                <a:ext cx="911019" cy="462672"/>
              </a:xfrm>
              <a:prstGeom prst="rect">
                <a:avLst/>
              </a:prstGeom>
              <a:solidFill>
                <a:srgbClr val="89898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137/137/137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4" name="矩形 19">
                <a:extLst>
                  <a:ext uri="{FF2B5EF4-FFF2-40B4-BE49-F238E27FC236}">
                    <a16:creationId xmlns:a16="http://schemas.microsoft.com/office/drawing/2014/main" id="{E9EA970A-4D36-BC41-B8BE-40DF553320E7}"/>
                  </a:ext>
                </a:extLst>
              </p:cNvPr>
              <p:cNvSpPr/>
              <p:nvPr userDrawn="1"/>
            </p:nvSpPr>
            <p:spPr>
              <a:xfrm>
                <a:off x="12315636" y="5362779"/>
                <a:ext cx="911019" cy="462672"/>
              </a:xfrm>
              <a:prstGeom prst="rect">
                <a:avLst/>
              </a:prstGeom>
              <a:solidFill>
                <a:srgbClr val="23181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35/24/21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5" name="矩形 22">
                <a:extLst>
                  <a:ext uri="{FF2B5EF4-FFF2-40B4-BE49-F238E27FC236}">
                    <a16:creationId xmlns:a16="http://schemas.microsoft.com/office/drawing/2014/main" id="{14EE21FB-1D92-0241-ABA5-5E9A6AEE0DC8}"/>
                  </a:ext>
                </a:extLst>
              </p:cNvPr>
              <p:cNvSpPr/>
              <p:nvPr userDrawn="1"/>
            </p:nvSpPr>
            <p:spPr>
              <a:xfrm>
                <a:off x="12315636" y="6403948"/>
                <a:ext cx="911019" cy="462672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221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221/221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6" name="矩形 12">
                <a:extLst>
                  <a:ext uri="{FF2B5EF4-FFF2-40B4-BE49-F238E27FC236}">
                    <a16:creationId xmlns:a16="http://schemas.microsoft.com/office/drawing/2014/main" id="{883734A3-2645-434A-9DCC-1416B6C687CC}"/>
                  </a:ext>
                </a:extLst>
              </p:cNvPr>
              <p:cNvSpPr/>
              <p:nvPr userDrawn="1"/>
            </p:nvSpPr>
            <p:spPr>
              <a:xfrm>
                <a:off x="13288175" y="3785971"/>
                <a:ext cx="885201" cy="462672"/>
              </a:xfrm>
              <a:prstGeom prst="rect">
                <a:avLst/>
              </a:prstGeom>
              <a:solidFill>
                <a:srgbClr val="E98C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233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140/128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7" name="矩形 13">
                <a:extLst>
                  <a:ext uri="{FF2B5EF4-FFF2-40B4-BE49-F238E27FC236}">
                    <a16:creationId xmlns:a16="http://schemas.microsoft.com/office/drawing/2014/main" id="{1FF13552-FB3D-134A-A80A-6CFB35DFE1A1}"/>
                  </a:ext>
                </a:extLst>
              </p:cNvPr>
              <p:cNvSpPr/>
              <p:nvPr userDrawn="1"/>
            </p:nvSpPr>
            <p:spPr>
              <a:xfrm>
                <a:off x="13288175" y="3259312"/>
                <a:ext cx="885201" cy="462672"/>
              </a:xfrm>
              <a:prstGeom prst="rect">
                <a:avLst/>
              </a:prstGeom>
              <a:solidFill>
                <a:srgbClr val="A72126"/>
              </a:solidFill>
              <a:ln>
                <a:solidFill>
                  <a:srgbClr val="9F000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159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0/1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8" name="矩形 16">
                <a:extLst>
                  <a:ext uri="{FF2B5EF4-FFF2-40B4-BE49-F238E27FC236}">
                    <a16:creationId xmlns:a16="http://schemas.microsoft.com/office/drawing/2014/main" id="{0A96471B-CB12-1443-B01F-C14C9112C149}"/>
                  </a:ext>
                </a:extLst>
              </p:cNvPr>
              <p:cNvSpPr/>
              <p:nvPr userDrawn="1"/>
            </p:nvSpPr>
            <p:spPr>
              <a:xfrm>
                <a:off x="13288175" y="4836793"/>
                <a:ext cx="885201" cy="462672"/>
              </a:xfrm>
              <a:prstGeom prst="rect">
                <a:avLst/>
              </a:prstGeom>
              <a:solidFill>
                <a:srgbClr val="F5DC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245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220/87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9" name="矩形 17">
                <a:extLst>
                  <a:ext uri="{FF2B5EF4-FFF2-40B4-BE49-F238E27FC236}">
                    <a16:creationId xmlns:a16="http://schemas.microsoft.com/office/drawing/2014/main" id="{61890D59-CF8B-1449-A836-3A304EC9A907}"/>
                  </a:ext>
                </a:extLst>
              </p:cNvPr>
              <p:cNvSpPr/>
              <p:nvPr userDrawn="1"/>
            </p:nvSpPr>
            <p:spPr>
              <a:xfrm>
                <a:off x="13288175" y="4319278"/>
                <a:ext cx="885201" cy="462672"/>
              </a:xfrm>
              <a:prstGeom prst="rect">
                <a:avLst/>
              </a:prstGeom>
              <a:solidFill>
                <a:srgbClr val="F085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240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133/0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0" name="矩形 18">
                <a:extLst>
                  <a:ext uri="{FF2B5EF4-FFF2-40B4-BE49-F238E27FC236}">
                    <a16:creationId xmlns:a16="http://schemas.microsoft.com/office/drawing/2014/main" id="{0466A1E1-E7C7-FD49-9880-9E44BED19FF5}"/>
                  </a:ext>
                </a:extLst>
              </p:cNvPr>
              <p:cNvSpPr/>
              <p:nvPr userDrawn="1"/>
            </p:nvSpPr>
            <p:spPr>
              <a:xfrm>
                <a:off x="13288171" y="5880294"/>
                <a:ext cx="911019" cy="462672"/>
              </a:xfrm>
              <a:prstGeom prst="rect">
                <a:avLst/>
              </a:prstGeom>
              <a:solidFill>
                <a:srgbClr val="B5B5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181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181/181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2" name="矩形 19">
                <a:extLst>
                  <a:ext uri="{FF2B5EF4-FFF2-40B4-BE49-F238E27FC236}">
                    <a16:creationId xmlns:a16="http://schemas.microsoft.com/office/drawing/2014/main" id="{B21AD6AC-1275-0142-A9EA-D77B26CB40EF}"/>
                  </a:ext>
                </a:extLst>
              </p:cNvPr>
              <p:cNvSpPr/>
              <p:nvPr userDrawn="1"/>
            </p:nvSpPr>
            <p:spPr>
              <a:xfrm>
                <a:off x="13288171" y="5362779"/>
                <a:ext cx="911019" cy="462672"/>
              </a:xfrm>
              <a:prstGeom prst="rect">
                <a:avLst/>
              </a:prstGeom>
              <a:solidFill>
                <a:srgbClr val="5957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89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87/87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3" name="矩形 22">
                <a:extLst>
                  <a:ext uri="{FF2B5EF4-FFF2-40B4-BE49-F238E27FC236}">
                    <a16:creationId xmlns:a16="http://schemas.microsoft.com/office/drawing/2014/main" id="{238BAC2A-AE09-A84D-875D-8472236D6610}"/>
                  </a:ext>
                </a:extLst>
              </p:cNvPr>
              <p:cNvSpPr/>
              <p:nvPr userDrawn="1"/>
            </p:nvSpPr>
            <p:spPr>
              <a:xfrm>
                <a:off x="13288171" y="6403948"/>
                <a:ext cx="911019" cy="4626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255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255/255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90565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1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25" userDrawn="1">
          <p15:clr>
            <a:srgbClr val="F26B43"/>
          </p15:clr>
        </p15:guide>
        <p15:guide id="5" orient="horz" pos="410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45F1158-B1AA-8F41-AF0A-FEA0EC187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573" y="1474269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F8FC7CCD-75EB-9C44-BC7D-29679334A8CA}"/>
              </a:ext>
            </a:extLst>
          </p:cNvPr>
          <p:cNvSpPr txBox="1">
            <a:spLocks/>
          </p:cNvSpPr>
          <p:nvPr userDrawn="1"/>
        </p:nvSpPr>
        <p:spPr>
          <a:xfrm>
            <a:off x="7979357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Copyright©2021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79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6" name="Subtitle 6">
            <a:extLst>
              <a:ext uri="{FF2B5EF4-FFF2-40B4-BE49-F238E27FC236}">
                <a16:creationId xmlns:a16="http://schemas.microsoft.com/office/drawing/2014/main" id="{12B8F806-ABD5-064C-8793-5E22C72554FD}"/>
              </a:ext>
            </a:extLst>
          </p:cNvPr>
          <p:cNvSpPr txBox="1">
            <a:spLocks/>
          </p:cNvSpPr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1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把数字世界带入每个人、每个家庭、</a:t>
            </a:r>
            <a:b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每个组织，构建万物互联的智能世界。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F1235B6F-D691-2C40-93D4-EC5427ADDFB0}"/>
              </a:ext>
            </a:extLst>
          </p:cNvPr>
          <p:cNvSpPr txBox="1">
            <a:spLocks/>
          </p:cNvSpPr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4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home,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Microsoft YaHei" charset="-122"/>
              <a:cs typeface="Microsoft YaHei" charset="-122"/>
            </a:endParaRPr>
          </a:p>
        </p:txBody>
      </p:sp>
      <p:pic>
        <p:nvPicPr>
          <p:cNvPr id="99" name="图片 9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5497" y="5251150"/>
            <a:ext cx="1869596" cy="399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406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</p:titleStyle>
    <p:bodyStyle>
      <a:lvl1pPr marL="0" indent="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None/>
        <a:defRPr sz="1819" kern="1200">
          <a:solidFill>
            <a:srgbClr val="FFFFFF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1pPr>
      <a:lvl2pPr marL="593900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1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 err="1"/>
              <a:t>conference_name</a:t>
            </a:r>
            <a:endParaRPr lang="zh-CN" altLang="en-US" dirty="0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7F3DB8AC-5DE9-5548-8697-C9055F7FF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98996" y="4468454"/>
            <a:ext cx="6535842" cy="643926"/>
          </a:xfrm>
        </p:spPr>
        <p:txBody>
          <a:bodyPr/>
          <a:lstStyle/>
          <a:p>
            <a:r>
              <a:rPr lang="zh-CN" altLang="en-US" sz="2000" b="1" dirty="0">
                <a:latin typeface="+mj-ea"/>
                <a:ea typeface="+mj-ea"/>
              </a:rPr>
              <a:t>作者：</a:t>
            </a:r>
            <a:r>
              <a:rPr lang="en-US" altLang="zh-CN" sz="2000" b="1" dirty="0" err="1">
                <a:solidFill>
                  <a:srgbClr val="FF0000"/>
                </a:solidFill>
                <a:latin typeface="+mj-ea"/>
                <a:ea typeface="+mj-ea"/>
              </a:rPr>
              <a:t>Deepinsight</a:t>
            </a:r>
            <a:r>
              <a:rPr lang="zh-CN" altLang="en-US" sz="2000" b="1" dirty="0">
                <a:solidFill>
                  <a:srgbClr val="FF0000"/>
                </a:solidFill>
                <a:latin typeface="+mj-ea"/>
                <a:ea typeface="+mj-ea"/>
              </a:rPr>
              <a:t>顶会助手</a:t>
            </a:r>
            <a:endParaRPr lang="en-US" altLang="zh-CN" sz="2000" b="1" dirty="0">
              <a:solidFill>
                <a:srgbClr val="FF0000"/>
              </a:solidFill>
              <a:latin typeface="+mj-ea"/>
              <a:ea typeface="+mj-ea"/>
            </a:endParaRPr>
          </a:p>
          <a:p>
            <a:r>
              <a:rPr lang="zh-CN" altLang="en-US" sz="2000" b="1" dirty="0">
                <a:latin typeface="+mj-ea"/>
                <a:ea typeface="+mj-ea"/>
              </a:rPr>
              <a:t>日期：</a:t>
            </a:r>
            <a:endParaRPr lang="en-US" sz="2000" b="1" dirty="0">
              <a:latin typeface="+mj-ea"/>
              <a:ea typeface="+mj-ea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19B9EA-773D-FD4C-8380-847E27C61BE5}"/>
              </a:ext>
            </a:extLst>
          </p:cNvPr>
          <p:cNvSpPr txBox="1">
            <a:spLocks/>
          </p:cNvSpPr>
          <p:nvPr/>
        </p:nvSpPr>
        <p:spPr>
          <a:xfrm>
            <a:off x="948808" y="6264112"/>
            <a:ext cx="2606870" cy="13669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defPPr>
              <a:defRPr lang="en-US"/>
            </a:defPPr>
            <a:lvl1pPr marL="0" algn="l" defTabSz="9144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40" algn="l" defTabSz="9144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78" algn="l" defTabSz="9144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718" algn="l" defTabSz="9144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957" algn="l" defTabSz="9144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196" algn="l" defTabSz="9144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435" algn="l" defTabSz="9144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675" algn="l" defTabSz="9144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913" algn="l" defTabSz="9144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kumimoji="1" lang="en-US" altLang="zh-CN" sz="1000" dirty="0"/>
              <a:t>Security Level:</a:t>
            </a:r>
            <a:endParaRPr lang="en-US" sz="1000" dirty="0"/>
          </a:p>
        </p:txBody>
      </p:sp>
      <p:sp>
        <p:nvSpPr>
          <p:cNvPr id="2" name="标题 2">
            <a:extLst>
              <a:ext uri="{FF2B5EF4-FFF2-40B4-BE49-F238E27FC236}">
                <a16:creationId xmlns:a16="http://schemas.microsoft.com/office/drawing/2014/main" id="{82C84180-B305-F72B-AAC6-949408636996}"/>
              </a:ext>
            </a:extLst>
          </p:cNvPr>
          <p:cNvSpPr txBox="1">
            <a:spLocks/>
          </p:cNvSpPr>
          <p:nvPr/>
        </p:nvSpPr>
        <p:spPr>
          <a:xfrm>
            <a:off x="887012" y="1597347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 defTabSz="914400" rtl="0" eaLnBrk="1" latinLnBrk="0" hangingPunct="1">
              <a:lnSpc>
                <a:spcPts val="3440"/>
              </a:lnSpc>
              <a:spcBef>
                <a:spcPct val="0"/>
              </a:spcBef>
              <a:buNone/>
              <a:defRPr sz="3200" b="0" i="0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zh-CN" altLang="en-US" b="1" dirty="0">
                <a:solidFill>
                  <a:srgbClr val="FF0000"/>
                </a:solidFill>
              </a:rPr>
              <a:t>洞察报告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FB75E87-1EF7-CB56-DF46-AC714CD3529B}"/>
              </a:ext>
            </a:extLst>
          </p:cNvPr>
          <p:cNvSpPr txBox="1">
            <a:spLocks/>
          </p:cNvSpPr>
          <p:nvPr/>
        </p:nvSpPr>
        <p:spPr>
          <a:xfrm>
            <a:off x="1666538" y="4790417"/>
            <a:ext cx="2523077" cy="3219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7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7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7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7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1" dirty="0">
                <a:latin typeface="+mj-ea"/>
                <a:ea typeface="+mj-ea"/>
              </a:rPr>
              <a:t>date</a:t>
            </a:r>
            <a:endParaRPr lang="en-US" sz="2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6329523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D83681D-12EE-844E-8C09-E767231D89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33620" y="1843088"/>
            <a:ext cx="10045712" cy="3013725"/>
          </a:xfrm>
        </p:spPr>
        <p:txBody>
          <a:bodyPr/>
          <a:lstStyle/>
          <a:p>
            <a:r>
              <a:rPr lang="en-US" b="1" dirty="0" err="1">
                <a:solidFill>
                  <a:schemeClr val="tx1"/>
                </a:solidFill>
              </a:rPr>
              <a:t>会议概览</a:t>
            </a:r>
            <a:endParaRPr lang="en-US" b="1" dirty="0">
              <a:solidFill>
                <a:schemeClr val="tx1"/>
              </a:solidFill>
            </a:endParaRPr>
          </a:p>
          <a:p>
            <a:r>
              <a:rPr lang="en-US" b="1" dirty="0" err="1"/>
              <a:t>Keynote分析</a:t>
            </a:r>
            <a:endParaRPr lang="en-US" b="1" dirty="0"/>
          </a:p>
          <a:p>
            <a:r>
              <a:rPr lang="en-US" b="1" dirty="0" err="1">
                <a:solidFill>
                  <a:schemeClr val="tx1"/>
                </a:solidFill>
              </a:rPr>
              <a:t>会议主题分析</a:t>
            </a:r>
            <a:endParaRPr lang="en-US" b="1" dirty="0">
              <a:solidFill>
                <a:schemeClr val="tx1"/>
              </a:solidFill>
            </a:endParaRPr>
          </a:p>
          <a:p>
            <a:r>
              <a:rPr lang="en-US" b="1" dirty="0" err="1"/>
              <a:t>优秀论文分析</a:t>
            </a:r>
            <a:endParaRPr lang="en-US" b="1" dirty="0"/>
          </a:p>
          <a:p>
            <a:r>
              <a:rPr lang="en-US" b="1" dirty="0" err="1">
                <a:solidFill>
                  <a:schemeClr val="tx1"/>
                </a:solidFill>
              </a:rPr>
              <a:t>总结</a:t>
            </a:r>
            <a:endParaRPr lang="en-US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2223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C6ADB1D9-336D-594D-9418-4BC486843D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/>
          <a:lstStyle/>
          <a:p>
            <a:r>
              <a:rPr lang="en-US" b="1" dirty="0" err="1">
                <a:solidFill>
                  <a:srgbClr val="FF0000"/>
                </a:solidFill>
              </a:rPr>
              <a:t>会议概览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7B0514-4060-0E4B-809B-B1B2E3258AB4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0130" y="984484"/>
            <a:ext cx="11467069" cy="2327127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US" sz="1400" b="1" dirty="0" err="1">
                <a:solidFill>
                  <a:schemeClr val="tx1"/>
                </a:solidFill>
              </a:rPr>
              <a:t>基础信息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536F3D-D0C8-B447-A64B-59D377EA5296}"/>
              </a:ext>
            </a:extLst>
          </p:cNvPr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5A917CC-3011-42F7-F8D2-87BF71A0C2E2}"/>
              </a:ext>
            </a:extLst>
          </p:cNvPr>
          <p:cNvSpPr/>
          <p:nvPr/>
        </p:nvSpPr>
        <p:spPr>
          <a:xfrm>
            <a:off x="507617" y="1385470"/>
            <a:ext cx="112789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2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会议时间</a:t>
            </a:r>
            <a:r>
              <a: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6768F2F-4FF3-AD76-98BF-AFA41552E8D3}"/>
              </a:ext>
            </a:extLst>
          </p:cNvPr>
          <p:cNvSpPr/>
          <p:nvPr/>
        </p:nvSpPr>
        <p:spPr>
          <a:xfrm>
            <a:off x="1635510" y="1385469"/>
            <a:ext cx="3861777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conf_date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AA236D1-7506-86B9-14DF-5E41E24D3F69}"/>
              </a:ext>
            </a:extLst>
          </p:cNvPr>
          <p:cNvSpPr/>
          <p:nvPr/>
        </p:nvSpPr>
        <p:spPr>
          <a:xfrm>
            <a:off x="507617" y="1765127"/>
            <a:ext cx="112789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2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会议时间</a:t>
            </a:r>
            <a:r>
              <a: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3EA3E66-2699-F9D3-268E-AF177D84B51D}"/>
              </a:ext>
            </a:extLst>
          </p:cNvPr>
          <p:cNvSpPr/>
          <p:nvPr/>
        </p:nvSpPr>
        <p:spPr>
          <a:xfrm>
            <a:off x="1635509" y="1765126"/>
            <a:ext cx="3861777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conf_loc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1036F3B-B1CD-0D67-9CCD-7B5DF58EAF5A}"/>
              </a:ext>
            </a:extLst>
          </p:cNvPr>
          <p:cNvSpPr/>
          <p:nvPr/>
        </p:nvSpPr>
        <p:spPr>
          <a:xfrm>
            <a:off x="507617" y="2100731"/>
            <a:ext cx="112789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2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会议级别</a:t>
            </a:r>
            <a:r>
              <a: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574E7F9-461A-AE1D-1663-8131AC62A64A}"/>
              </a:ext>
            </a:extLst>
          </p:cNvPr>
          <p:cNvSpPr/>
          <p:nvPr/>
        </p:nvSpPr>
        <p:spPr>
          <a:xfrm>
            <a:off x="1635509" y="2100730"/>
            <a:ext cx="3861777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organizer_level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BCAF74A-E3BE-BFE8-F6FC-229434CD0DCA}"/>
              </a:ext>
            </a:extLst>
          </p:cNvPr>
          <p:cNvSpPr/>
          <p:nvPr/>
        </p:nvSpPr>
        <p:spPr>
          <a:xfrm>
            <a:off x="507617" y="2449233"/>
            <a:ext cx="112789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2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会议主题</a:t>
            </a:r>
            <a:r>
              <a: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7ECE6AD-6111-D31D-3D61-34AF5AE8BF29}"/>
              </a:ext>
            </a:extLst>
          </p:cNvPr>
          <p:cNvSpPr/>
          <p:nvPr/>
        </p:nvSpPr>
        <p:spPr>
          <a:xfrm>
            <a:off x="1635509" y="2449232"/>
            <a:ext cx="3861777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conf_topics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0422AA1-F9BE-FEF8-268E-79559FA15DDC}"/>
              </a:ext>
            </a:extLst>
          </p:cNvPr>
          <p:cNvSpPr/>
          <p:nvPr/>
        </p:nvSpPr>
        <p:spPr>
          <a:xfrm>
            <a:off x="507617" y="2828891"/>
            <a:ext cx="112789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2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投稿论文</a:t>
            </a:r>
            <a:r>
              <a: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5D25B5B-71FE-2452-DB2B-8FC9ABBFB69E}"/>
              </a:ext>
            </a:extLst>
          </p:cNvPr>
          <p:cNvSpPr/>
          <p:nvPr/>
        </p:nvSpPr>
        <p:spPr>
          <a:xfrm>
            <a:off x="1635509" y="2828890"/>
            <a:ext cx="3861777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submit_papers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F918E7D-A233-FDCC-A321-5E888EAD796C}"/>
              </a:ext>
            </a:extLst>
          </p:cNvPr>
          <p:cNvSpPr/>
          <p:nvPr/>
        </p:nvSpPr>
        <p:spPr>
          <a:xfrm>
            <a:off x="5845122" y="1439167"/>
            <a:ext cx="112789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2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会议主席</a:t>
            </a:r>
            <a:r>
              <a: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476450E-5FC2-8904-70C5-1AC048F1D871}"/>
              </a:ext>
            </a:extLst>
          </p:cNvPr>
          <p:cNvSpPr/>
          <p:nvPr/>
        </p:nvSpPr>
        <p:spPr>
          <a:xfrm>
            <a:off x="6973015" y="1439166"/>
            <a:ext cx="453318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conf_chair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E65CBB5-753C-5E96-4778-8760C4410811}"/>
              </a:ext>
            </a:extLst>
          </p:cNvPr>
          <p:cNvSpPr/>
          <p:nvPr/>
        </p:nvSpPr>
        <p:spPr>
          <a:xfrm>
            <a:off x="5845122" y="1833410"/>
            <a:ext cx="112789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2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会议委员</a:t>
            </a:r>
            <a:r>
              <a: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D52D957-4140-151F-98C2-7FE40636502D}"/>
              </a:ext>
            </a:extLst>
          </p:cNvPr>
          <p:cNvSpPr/>
          <p:nvPr/>
        </p:nvSpPr>
        <p:spPr>
          <a:xfrm>
            <a:off x="6973015" y="1833409"/>
            <a:ext cx="453318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conf_committee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C5774053-C976-8146-137C-A30769B965CF}"/>
              </a:ext>
            </a:extLst>
          </p:cNvPr>
          <p:cNvSpPr/>
          <p:nvPr/>
        </p:nvSpPr>
        <p:spPr>
          <a:xfrm>
            <a:off x="5845122" y="2319913"/>
            <a:ext cx="112789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2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赞助商</a:t>
            </a:r>
            <a:r>
              <a: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713C101-3FD9-28A2-259E-2A8574FBFD89}"/>
              </a:ext>
            </a:extLst>
          </p:cNvPr>
          <p:cNvSpPr/>
          <p:nvPr/>
        </p:nvSpPr>
        <p:spPr>
          <a:xfrm>
            <a:off x="6973015" y="2319912"/>
            <a:ext cx="453318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conf_sponsor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812E031-A662-90BE-FCDB-AA2BCAE18ED3}"/>
              </a:ext>
            </a:extLst>
          </p:cNvPr>
          <p:cNvSpPr/>
          <p:nvPr/>
        </p:nvSpPr>
        <p:spPr>
          <a:xfrm>
            <a:off x="5845122" y="2806415"/>
            <a:ext cx="112789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2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主要机构</a:t>
            </a:r>
            <a:r>
              <a: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2EAF612-ABDF-9027-86D5-175E28C09E8B}"/>
              </a:ext>
            </a:extLst>
          </p:cNvPr>
          <p:cNvSpPr/>
          <p:nvPr/>
        </p:nvSpPr>
        <p:spPr>
          <a:xfrm>
            <a:off x="6973015" y="2806414"/>
            <a:ext cx="453318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conf_institution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DEB89075-EB84-2197-C256-ABE2F3DC7304}"/>
              </a:ext>
            </a:extLst>
          </p:cNvPr>
          <p:cNvSpPr txBox="1">
            <a:spLocks/>
          </p:cNvSpPr>
          <p:nvPr/>
        </p:nvSpPr>
        <p:spPr>
          <a:xfrm>
            <a:off x="420130" y="3441093"/>
            <a:ext cx="5272592" cy="274199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lIns="0" tIns="0" rIns="0" bIns="0"/>
          <a:lstStyle>
            <a:lvl1pPr marL="12373" indent="0" algn="l" defTabSz="1187798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20" algn="ctr"/>
              </a:tabLst>
              <a:defRPr sz="1800" kern="12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7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346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245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144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 dirty="0" err="1"/>
              <a:t>会议背景</a:t>
            </a:r>
            <a:endParaRPr lang="en-US" sz="1400" b="1" dirty="0"/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3A214E2F-3C6F-E17B-C722-0D5C49BE75D9}"/>
              </a:ext>
            </a:extLst>
          </p:cNvPr>
          <p:cNvSpPr txBox="1">
            <a:spLocks/>
          </p:cNvSpPr>
          <p:nvPr/>
        </p:nvSpPr>
        <p:spPr>
          <a:xfrm>
            <a:off x="5992668" y="3429000"/>
            <a:ext cx="5894529" cy="274199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lIns="0" tIns="0" rIns="0" bIns="0"/>
          <a:lstStyle>
            <a:lvl1pPr marL="12373" indent="0" algn="l" defTabSz="1187798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20" algn="ctr"/>
              </a:tabLst>
              <a:defRPr sz="1800" kern="12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7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346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245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144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 dirty="0" err="1"/>
              <a:t>扩展信息</a:t>
            </a:r>
            <a:endParaRPr lang="en-US" sz="1400" b="1" dirty="0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E1A5ACCE-F88E-7AFF-F3BC-A78BF37EC210}"/>
              </a:ext>
            </a:extLst>
          </p:cNvPr>
          <p:cNvSpPr/>
          <p:nvPr/>
        </p:nvSpPr>
        <p:spPr>
          <a:xfrm>
            <a:off x="507617" y="3814303"/>
            <a:ext cx="5075498" cy="223089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conf_info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623D4168-A5B7-BF05-014D-545C174A444D}"/>
              </a:ext>
            </a:extLst>
          </p:cNvPr>
          <p:cNvSpPr/>
          <p:nvPr/>
        </p:nvSpPr>
        <p:spPr>
          <a:xfrm>
            <a:off x="6098381" y="3814303"/>
            <a:ext cx="5678252" cy="223089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total_trend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67755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74521-3297-B5EE-9E55-E97488D08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8FA936D1-B314-C0E2-C167-3C87D68763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[</a:t>
            </a:r>
            <a:r>
              <a:rPr lang="en-US" b="1" dirty="0" err="1">
                <a:solidFill>
                  <a:srgbClr val="FF0000"/>
                </a:solidFill>
              </a:rPr>
              <a:t>统计分析</a:t>
            </a:r>
            <a:r>
              <a:rPr lang="en-US" b="1" dirty="0">
                <a:solidFill>
                  <a:srgbClr val="FF0000"/>
                </a:solidFill>
              </a:rPr>
              <a:t>]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论文主题领域分析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92666C-C461-9349-EF70-517976126A15}"/>
              </a:ext>
            </a:extLst>
          </p:cNvPr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76DED76A-9BFB-3A28-D853-E3267D0F5BA4}"/>
              </a:ext>
            </a:extLst>
          </p:cNvPr>
          <p:cNvSpPr txBox="1">
            <a:spLocks/>
          </p:cNvSpPr>
          <p:nvPr/>
        </p:nvSpPr>
        <p:spPr>
          <a:xfrm>
            <a:off x="420130" y="975361"/>
            <a:ext cx="5272592" cy="5207726"/>
          </a:xfrm>
          <a:prstGeom prst="rect">
            <a:avLst/>
          </a:prstGeom>
          <a:ln>
            <a:noFill/>
          </a:ln>
        </p:spPr>
        <p:txBody>
          <a:bodyPr lIns="0" tIns="0" rIns="0" bIns="0"/>
          <a:lstStyle>
            <a:lvl1pPr marL="12373" indent="0" algn="l" defTabSz="1187798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20" algn="ctr"/>
              </a:tabLst>
              <a:defRPr sz="1800" kern="12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7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346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245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144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 err="1"/>
              <a:t>TopN论文主题领域</a:t>
            </a:r>
            <a:r>
              <a:rPr lang="zh-CN" altLang="en-US" sz="1400" b="1" dirty="0"/>
              <a:t>：</a:t>
            </a:r>
            <a:endParaRPr lang="en-US" sz="1400" b="1" dirty="0"/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55E5376-6770-5048-1B26-297C3BE6CE1F}"/>
              </a:ext>
            </a:extLst>
          </p:cNvPr>
          <p:cNvSpPr txBox="1">
            <a:spLocks/>
          </p:cNvSpPr>
          <p:nvPr/>
        </p:nvSpPr>
        <p:spPr>
          <a:xfrm>
            <a:off x="5992668" y="975362"/>
            <a:ext cx="5894529" cy="5195632"/>
          </a:xfrm>
          <a:prstGeom prst="rect">
            <a:avLst/>
          </a:prstGeom>
          <a:ln>
            <a:noFill/>
          </a:ln>
        </p:spPr>
        <p:txBody>
          <a:bodyPr lIns="0" tIns="0" rIns="0" bIns="0"/>
          <a:lstStyle>
            <a:lvl1pPr marL="12373" indent="0" algn="l" defTabSz="1187798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20" algn="ctr"/>
              </a:tabLst>
              <a:defRPr sz="1800" kern="12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7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346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245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144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 err="1"/>
              <a:t>趋势总结</a:t>
            </a:r>
            <a:r>
              <a:rPr lang="zh-CN" altLang="en-US" sz="1400" b="1" dirty="0"/>
              <a:t>：</a:t>
            </a:r>
            <a:endParaRPr lang="en-US" sz="1400" b="1" dirty="0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714A9221-972F-FF5B-D4E9-8FCCA954EBE9}"/>
              </a:ext>
            </a:extLst>
          </p:cNvPr>
          <p:cNvSpPr/>
          <p:nvPr/>
        </p:nvSpPr>
        <p:spPr>
          <a:xfrm>
            <a:off x="507617" y="1310640"/>
            <a:ext cx="5075498" cy="473456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research_fields_png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851B4DF-8385-4525-36B4-C07010EFF8B3}"/>
              </a:ext>
            </a:extLst>
          </p:cNvPr>
          <p:cNvSpPr/>
          <p:nvPr/>
        </p:nvSpPr>
        <p:spPr>
          <a:xfrm>
            <a:off x="6098381" y="1310641"/>
            <a:ext cx="5678252" cy="4734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research_trend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87833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141C2-6361-59E8-A92B-F54D48EAF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3F7A9731-4BD0-F125-5953-80939CC42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[</a:t>
            </a:r>
            <a:r>
              <a:rPr lang="en-US" b="1" dirty="0" err="1">
                <a:solidFill>
                  <a:srgbClr val="FF0000"/>
                </a:solidFill>
              </a:rPr>
              <a:t>统计分析</a:t>
            </a:r>
            <a:r>
              <a:rPr lang="en-US" b="1" dirty="0">
                <a:solidFill>
                  <a:srgbClr val="FF0000"/>
                </a:solidFill>
              </a:rPr>
              <a:t>]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论文投稿国家分析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7F81F5-81BB-8AE2-3082-3B74D7908957}"/>
              </a:ext>
            </a:extLst>
          </p:cNvPr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87AF9468-2901-E5E2-D2FB-2FA80E8ABAF8}"/>
              </a:ext>
            </a:extLst>
          </p:cNvPr>
          <p:cNvSpPr txBox="1">
            <a:spLocks/>
          </p:cNvSpPr>
          <p:nvPr/>
        </p:nvSpPr>
        <p:spPr>
          <a:xfrm>
            <a:off x="420130" y="975361"/>
            <a:ext cx="5272592" cy="5207726"/>
          </a:xfrm>
          <a:prstGeom prst="rect">
            <a:avLst/>
          </a:prstGeom>
          <a:ln>
            <a:noFill/>
          </a:ln>
        </p:spPr>
        <p:txBody>
          <a:bodyPr lIns="0" tIns="0" rIns="0" bIns="0"/>
          <a:lstStyle>
            <a:lvl1pPr marL="12373" indent="0" algn="l" defTabSz="1187798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20" algn="ctr"/>
              </a:tabLst>
              <a:defRPr sz="1800" kern="12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7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346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245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144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 err="1"/>
              <a:t>TopN论文投稿国家</a:t>
            </a:r>
            <a:r>
              <a:rPr lang="zh-CN" altLang="en-US" sz="1400" b="1" dirty="0"/>
              <a:t>：</a:t>
            </a:r>
            <a:endParaRPr lang="en-US" sz="1400" b="1" dirty="0"/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8045989-E1D8-D978-3C19-01934FAF627A}"/>
              </a:ext>
            </a:extLst>
          </p:cNvPr>
          <p:cNvSpPr txBox="1">
            <a:spLocks/>
          </p:cNvSpPr>
          <p:nvPr/>
        </p:nvSpPr>
        <p:spPr>
          <a:xfrm>
            <a:off x="5992668" y="975362"/>
            <a:ext cx="5894529" cy="5195632"/>
          </a:xfrm>
          <a:prstGeom prst="rect">
            <a:avLst/>
          </a:prstGeom>
          <a:ln>
            <a:noFill/>
          </a:ln>
        </p:spPr>
        <p:txBody>
          <a:bodyPr lIns="0" tIns="0" rIns="0" bIns="0"/>
          <a:lstStyle>
            <a:lvl1pPr marL="12373" indent="0" algn="l" defTabSz="1187798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20" algn="ctr"/>
              </a:tabLst>
              <a:defRPr sz="1800" kern="12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7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346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245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144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 err="1"/>
              <a:t>趋势总结</a:t>
            </a:r>
            <a:r>
              <a:rPr lang="zh-CN" altLang="en-US" sz="1400" b="1" dirty="0"/>
              <a:t>：</a:t>
            </a:r>
            <a:endParaRPr lang="en-US" sz="1400" b="1" dirty="0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EE8E124E-142D-7CBD-A37A-C5034C269510}"/>
              </a:ext>
            </a:extLst>
          </p:cNvPr>
          <p:cNvSpPr/>
          <p:nvPr/>
        </p:nvSpPr>
        <p:spPr>
          <a:xfrm>
            <a:off x="507617" y="1310640"/>
            <a:ext cx="5075498" cy="473456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country_png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360D6D3-03D2-C97E-9B92-F641F21F7856}"/>
              </a:ext>
            </a:extLst>
          </p:cNvPr>
          <p:cNvSpPr/>
          <p:nvPr/>
        </p:nvSpPr>
        <p:spPr>
          <a:xfrm>
            <a:off x="6098381" y="1310641"/>
            <a:ext cx="5678252" cy="4734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country_trend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702585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B65DA-4AE7-F4C7-CF2C-522B0311A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00B3605-B535-D429-8B65-E2B5ADC6EE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[</a:t>
            </a:r>
            <a:r>
              <a:rPr lang="en-US" b="1" dirty="0" err="1">
                <a:solidFill>
                  <a:srgbClr val="FF0000"/>
                </a:solidFill>
              </a:rPr>
              <a:t>统计分析</a:t>
            </a:r>
            <a:r>
              <a:rPr lang="en-US" b="1" dirty="0">
                <a:solidFill>
                  <a:srgbClr val="FF0000"/>
                </a:solidFill>
              </a:rPr>
              <a:t>]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论文投稿机构分析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9A589E-E9C4-A532-33EF-35B8116F424C}"/>
              </a:ext>
            </a:extLst>
          </p:cNvPr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D4F1BF75-F95E-5AAB-8197-4ED1B7CFCD31}"/>
              </a:ext>
            </a:extLst>
          </p:cNvPr>
          <p:cNvSpPr txBox="1">
            <a:spLocks/>
          </p:cNvSpPr>
          <p:nvPr/>
        </p:nvSpPr>
        <p:spPr>
          <a:xfrm>
            <a:off x="420130" y="975361"/>
            <a:ext cx="5272592" cy="5207726"/>
          </a:xfrm>
          <a:prstGeom prst="rect">
            <a:avLst/>
          </a:prstGeom>
          <a:ln>
            <a:noFill/>
          </a:ln>
        </p:spPr>
        <p:txBody>
          <a:bodyPr lIns="0" tIns="0" rIns="0" bIns="0"/>
          <a:lstStyle>
            <a:lvl1pPr marL="12373" indent="0" algn="l" defTabSz="1187798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20" algn="ctr"/>
              </a:tabLst>
              <a:defRPr sz="1800" kern="12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7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346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245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144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 err="1"/>
              <a:t>TopN论文投稿机构</a:t>
            </a:r>
            <a:r>
              <a:rPr lang="zh-CN" altLang="en-US" sz="1400" b="1" dirty="0"/>
              <a:t>：</a:t>
            </a:r>
            <a:endParaRPr lang="en-US" sz="1400" b="1" dirty="0"/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5D61AA8C-5C39-1B24-7F84-753B76DCABD7}"/>
              </a:ext>
            </a:extLst>
          </p:cNvPr>
          <p:cNvSpPr txBox="1">
            <a:spLocks/>
          </p:cNvSpPr>
          <p:nvPr/>
        </p:nvSpPr>
        <p:spPr>
          <a:xfrm>
            <a:off x="5992668" y="975362"/>
            <a:ext cx="5894529" cy="5195632"/>
          </a:xfrm>
          <a:prstGeom prst="rect">
            <a:avLst/>
          </a:prstGeom>
          <a:ln>
            <a:noFill/>
          </a:ln>
        </p:spPr>
        <p:txBody>
          <a:bodyPr lIns="0" tIns="0" rIns="0" bIns="0"/>
          <a:lstStyle>
            <a:lvl1pPr marL="12373" indent="0" algn="l" defTabSz="1187798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20" algn="ctr"/>
              </a:tabLst>
              <a:defRPr sz="1800" kern="12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7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346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245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144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 err="1"/>
              <a:t>趋势总结</a:t>
            </a:r>
            <a:r>
              <a:rPr lang="zh-CN" altLang="en-US" sz="1400" b="1" dirty="0"/>
              <a:t>：</a:t>
            </a:r>
            <a:endParaRPr lang="en-US" sz="1400" b="1" dirty="0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026BB7B-1905-3D07-31FC-D2FB83084C5B}"/>
              </a:ext>
            </a:extLst>
          </p:cNvPr>
          <p:cNvSpPr/>
          <p:nvPr/>
        </p:nvSpPr>
        <p:spPr>
          <a:xfrm>
            <a:off x="507617" y="1310640"/>
            <a:ext cx="5075498" cy="473456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institution_png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04142C8-BA05-5F54-ECC0-1B16744213B4}"/>
              </a:ext>
            </a:extLst>
          </p:cNvPr>
          <p:cNvSpPr/>
          <p:nvPr/>
        </p:nvSpPr>
        <p:spPr>
          <a:xfrm>
            <a:off x="6098381" y="1310641"/>
            <a:ext cx="5678252" cy="47345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institution_trend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979410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34F38-34DB-EAC0-839B-E2782FDC2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ADDE5AAF-81CB-3C57-D26A-FF1B1E6021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[</a:t>
            </a:r>
            <a:r>
              <a:rPr lang="en-US" b="1" dirty="0" err="1">
                <a:solidFill>
                  <a:srgbClr val="FF0000"/>
                </a:solidFill>
              </a:rPr>
              <a:t>统计分析</a:t>
            </a:r>
            <a:r>
              <a:rPr lang="en-US" b="1" dirty="0">
                <a:solidFill>
                  <a:srgbClr val="FF0000"/>
                </a:solidFill>
              </a:rPr>
              <a:t>]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一作统计分析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98113D-F8B2-F27D-0945-DF9E0549C681}"/>
              </a:ext>
            </a:extLst>
          </p:cNvPr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E964E737-AA37-8B2B-A6AA-12B165EA127D}"/>
              </a:ext>
            </a:extLst>
          </p:cNvPr>
          <p:cNvSpPr/>
          <p:nvPr/>
        </p:nvSpPr>
        <p:spPr>
          <a:xfrm>
            <a:off x="507616" y="914400"/>
            <a:ext cx="11379581" cy="513080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first_author_statistic_csv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7642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FDDCC-A7EB-CBF6-1E22-0277F567F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C889D87-EEDB-FBE1-0E53-784D73A19A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[</a:t>
            </a:r>
            <a:r>
              <a:rPr lang="en-US" b="1" dirty="0" err="1">
                <a:solidFill>
                  <a:srgbClr val="FF0000"/>
                </a:solidFill>
              </a:rPr>
              <a:t>统计分析</a:t>
            </a:r>
            <a:r>
              <a:rPr lang="en-US" b="1" dirty="0">
                <a:solidFill>
                  <a:srgbClr val="FF0000"/>
                </a:solidFill>
              </a:rPr>
              <a:t>]</a:t>
            </a:r>
            <a:r>
              <a:rPr lang="zh-CN" altLang="en-US" b="1" dirty="0">
                <a:solidFill>
                  <a:srgbClr val="FF0000"/>
                </a:solidFill>
              </a:rPr>
              <a:t> 合作者统计</a:t>
            </a:r>
            <a:r>
              <a:rPr lang="en-US" b="1" dirty="0" err="1">
                <a:solidFill>
                  <a:srgbClr val="FF0000"/>
                </a:solidFill>
              </a:rPr>
              <a:t>分析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8B6369-2961-B50D-2EFE-3BC90D7FC639}"/>
              </a:ext>
            </a:extLst>
          </p:cNvPr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C02DD7F2-9929-FF80-57EC-DDE13097CF2F}"/>
              </a:ext>
            </a:extLst>
          </p:cNvPr>
          <p:cNvSpPr/>
          <p:nvPr/>
        </p:nvSpPr>
        <p:spPr>
          <a:xfrm>
            <a:off x="507616" y="914400"/>
            <a:ext cx="11379581" cy="513080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coauthor_statistic_csv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68052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8CCEF-1DC9-61BB-1C0F-047D1CABF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53DE1B8D-3540-0F7D-B9AE-783494F5E8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/>
          <a:lstStyle/>
          <a:p>
            <a:r>
              <a:rPr lang="en-US" b="1" dirty="0" err="1">
                <a:solidFill>
                  <a:srgbClr val="FF0000"/>
                </a:solidFill>
              </a:rPr>
              <a:t>keynote_title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5E43EB-5A28-B4CB-6EA8-597421275787}"/>
              </a:ext>
            </a:extLst>
          </p:cNvPr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DEE39133-193B-270D-8E99-C4C88EDF80C9}"/>
              </a:ext>
            </a:extLst>
          </p:cNvPr>
          <p:cNvSpPr/>
          <p:nvPr/>
        </p:nvSpPr>
        <p:spPr>
          <a:xfrm>
            <a:off x="1603874" y="876300"/>
            <a:ext cx="7058864" cy="25929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speaker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49DFCD3-F1D9-42DD-3D99-E891E9E44AEE}"/>
              </a:ext>
            </a:extLst>
          </p:cNvPr>
          <p:cNvSpPr/>
          <p:nvPr/>
        </p:nvSpPr>
        <p:spPr>
          <a:xfrm>
            <a:off x="420131" y="876300"/>
            <a:ext cx="1047520" cy="2592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CN" altLang="en-US" sz="14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演讲嘉宾：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D17A95C-A664-AD56-0E00-686C91D38C78}"/>
              </a:ext>
            </a:extLst>
          </p:cNvPr>
          <p:cNvSpPr/>
          <p:nvPr/>
        </p:nvSpPr>
        <p:spPr>
          <a:xfrm>
            <a:off x="420130" y="1297267"/>
            <a:ext cx="2923961" cy="2592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CN" altLang="en-US" sz="14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主要内容和思想：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83D5A1E-87A1-DDC1-A4BF-9D86512C3D99}"/>
              </a:ext>
            </a:extLst>
          </p:cNvPr>
          <p:cNvSpPr/>
          <p:nvPr/>
        </p:nvSpPr>
        <p:spPr>
          <a:xfrm>
            <a:off x="420130" y="1588587"/>
            <a:ext cx="8242608" cy="56147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keynote_abstract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8D31707-C89D-DBE7-769E-569C65EA0EEC}"/>
              </a:ext>
            </a:extLst>
          </p:cNvPr>
          <p:cNvSpPr/>
          <p:nvPr/>
        </p:nvSpPr>
        <p:spPr>
          <a:xfrm>
            <a:off x="420130" y="2276316"/>
            <a:ext cx="8242608" cy="782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757D6A2-3598-B5C9-6B35-4287AE964213}"/>
              </a:ext>
            </a:extLst>
          </p:cNvPr>
          <p:cNvSpPr/>
          <p:nvPr/>
        </p:nvSpPr>
        <p:spPr>
          <a:xfrm>
            <a:off x="4069713" y="2150058"/>
            <a:ext cx="743738" cy="24866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2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Why</a:t>
            </a:r>
            <a:endParaRPr kumimoji="1" lang="zh-CN" altLang="en-US" sz="12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615921F-1CB2-1CAF-D409-73A606F9AC14}"/>
              </a:ext>
            </a:extLst>
          </p:cNvPr>
          <p:cNvSpPr/>
          <p:nvPr/>
        </p:nvSpPr>
        <p:spPr>
          <a:xfrm>
            <a:off x="592394" y="2398727"/>
            <a:ext cx="7886589" cy="5399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keynote_background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B4C22FF-518C-D406-24BE-3CB58CDBBFED}"/>
              </a:ext>
            </a:extLst>
          </p:cNvPr>
          <p:cNvSpPr/>
          <p:nvPr/>
        </p:nvSpPr>
        <p:spPr>
          <a:xfrm>
            <a:off x="420130" y="3184790"/>
            <a:ext cx="8242608" cy="782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582A26E-4499-83DE-1482-422250F614D3}"/>
              </a:ext>
            </a:extLst>
          </p:cNvPr>
          <p:cNvSpPr/>
          <p:nvPr/>
        </p:nvSpPr>
        <p:spPr>
          <a:xfrm>
            <a:off x="4069713" y="3058532"/>
            <a:ext cx="743738" cy="24866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2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What</a:t>
            </a:r>
            <a:endParaRPr kumimoji="1" lang="zh-CN" altLang="en-US" sz="12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5CB3AF8-DF55-1DD8-B05B-72A57BEE04B7}"/>
              </a:ext>
            </a:extLst>
          </p:cNvPr>
          <p:cNvSpPr/>
          <p:nvPr/>
        </p:nvSpPr>
        <p:spPr>
          <a:xfrm>
            <a:off x="592394" y="3307201"/>
            <a:ext cx="7886589" cy="5399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keynote_objective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0B9BFFD-7783-0390-C4E6-DCA7F6FB1B9A}"/>
              </a:ext>
            </a:extLst>
          </p:cNvPr>
          <p:cNvSpPr/>
          <p:nvPr/>
        </p:nvSpPr>
        <p:spPr>
          <a:xfrm>
            <a:off x="420130" y="4089941"/>
            <a:ext cx="8242608" cy="782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4E9FE33-60AB-BA8E-00D2-AF6DE7BCAD54}"/>
              </a:ext>
            </a:extLst>
          </p:cNvPr>
          <p:cNvSpPr/>
          <p:nvPr/>
        </p:nvSpPr>
        <p:spPr>
          <a:xfrm>
            <a:off x="4069713" y="3963683"/>
            <a:ext cx="743738" cy="24866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2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How</a:t>
            </a:r>
            <a:endParaRPr kumimoji="1" lang="zh-CN" altLang="en-US" sz="12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D0DDD23-154C-CC54-BF4B-C16B9A009CD9}"/>
              </a:ext>
            </a:extLst>
          </p:cNvPr>
          <p:cNvSpPr/>
          <p:nvPr/>
        </p:nvSpPr>
        <p:spPr>
          <a:xfrm>
            <a:off x="592394" y="4212352"/>
            <a:ext cx="7886589" cy="5399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keynote_method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2B547CD-F979-68EA-55E2-96691AB661B3}"/>
              </a:ext>
            </a:extLst>
          </p:cNvPr>
          <p:cNvSpPr/>
          <p:nvPr/>
        </p:nvSpPr>
        <p:spPr>
          <a:xfrm>
            <a:off x="420130" y="4932994"/>
            <a:ext cx="2923961" cy="2592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CN" altLang="en-US" sz="14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业务启发：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321FC37-19FD-6AC7-AD0D-EE3F6C0B5B78}"/>
              </a:ext>
            </a:extLst>
          </p:cNvPr>
          <p:cNvSpPr/>
          <p:nvPr/>
        </p:nvSpPr>
        <p:spPr>
          <a:xfrm>
            <a:off x="414384" y="5181663"/>
            <a:ext cx="8242608" cy="56147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keynote_inspiration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AF81EC29-CAD2-C791-2882-84836ECC0FAF}"/>
              </a:ext>
            </a:extLst>
          </p:cNvPr>
          <p:cNvSpPr/>
          <p:nvPr/>
        </p:nvSpPr>
        <p:spPr>
          <a:xfrm>
            <a:off x="8957286" y="2205533"/>
            <a:ext cx="2647083" cy="254676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keynote_picture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CA780F5-229B-BA3B-0E95-4985166CE158}"/>
              </a:ext>
            </a:extLst>
          </p:cNvPr>
          <p:cNvSpPr/>
          <p:nvPr/>
        </p:nvSpPr>
        <p:spPr>
          <a:xfrm>
            <a:off x="406435" y="5823154"/>
            <a:ext cx="11467068" cy="458971"/>
          </a:xfrm>
          <a:prstGeom prst="rect">
            <a:avLst/>
          </a:prstGeom>
          <a:solidFill>
            <a:srgbClr val="EA00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0"/>
          <a:lstStyle/>
          <a:p>
            <a:r>
              <a:rPr kumimoji="1" lang="zh-CN" altLang="en-US" sz="1400" dirty="0">
                <a:solidFill>
                  <a:schemeClr val="tx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总结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6B34EBA2-3DF7-7952-DA98-B66189574CCC}"/>
              </a:ext>
            </a:extLst>
          </p:cNvPr>
          <p:cNvSpPr/>
          <p:nvPr/>
        </p:nvSpPr>
        <p:spPr>
          <a:xfrm>
            <a:off x="943891" y="5876710"/>
            <a:ext cx="10846437" cy="367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keynote_summary</a:t>
            </a:r>
            <a:endParaRPr kumimoji="1" lang="zh-CN" altLang="en-US" sz="1200" dirty="0">
              <a:solidFill>
                <a:schemeClr val="tx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52243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8C244-CFC6-24F5-B681-67DF5B17B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0D005370-9E08-6AE4-6705-1FFE71653F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/>
          <a:lstStyle/>
          <a:p>
            <a:r>
              <a:rPr lang="zh-CN" altLang="en-US" b="1" dirty="0">
                <a:solidFill>
                  <a:srgbClr val="FF0000"/>
                </a:solidFill>
              </a:rPr>
              <a:t>关键会议主题目录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09C618-424A-634F-0940-D09C186A6F7F}"/>
              </a:ext>
            </a:extLst>
          </p:cNvPr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4056E82D-8DDF-4641-0B8E-FD3453C10D79}"/>
              </a:ext>
            </a:extLst>
          </p:cNvPr>
          <p:cNvSpPr/>
          <p:nvPr/>
        </p:nvSpPr>
        <p:spPr>
          <a:xfrm>
            <a:off x="507616" y="914400"/>
            <a:ext cx="11379581" cy="513080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topic_content_csv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7853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4C16CD-DC37-8A6A-05B0-A5738B1A0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5EA75EDC-685C-148E-C2F5-1365340AFF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/>
          <a:lstStyle/>
          <a:p>
            <a:r>
              <a:rPr lang="en-US" b="1" dirty="0" err="1">
                <a:solidFill>
                  <a:srgbClr val="FF0000"/>
                </a:solidFill>
              </a:rPr>
              <a:t>topic_title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95EE9C-011E-2600-B16A-E93CA0E57798}"/>
              </a:ext>
            </a:extLst>
          </p:cNvPr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E27C9C3-DA87-D4B9-9B48-422569A748BE}"/>
              </a:ext>
            </a:extLst>
          </p:cNvPr>
          <p:cNvSpPr txBox="1">
            <a:spLocks/>
          </p:cNvSpPr>
          <p:nvPr/>
        </p:nvSpPr>
        <p:spPr>
          <a:xfrm>
            <a:off x="409070" y="934424"/>
            <a:ext cx="4682694" cy="197240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lIns="0" tIns="0" rIns="0" bIns="0"/>
          <a:lstStyle>
            <a:lvl1pPr marL="12373" indent="0" algn="l" defTabSz="1187798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20" algn="ctr"/>
              </a:tabLst>
              <a:defRPr sz="1800" kern="12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7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346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245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144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 err="1"/>
              <a:t>总览</a:t>
            </a:r>
            <a:r>
              <a:rPr lang="zh-CN" altLang="en-US" sz="1400" b="1" dirty="0"/>
              <a:t>：</a:t>
            </a:r>
            <a:endParaRPr lang="en-US" sz="1400" b="1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CE741B1-D0AD-F20C-ECCE-16C872FF77CA}"/>
              </a:ext>
            </a:extLst>
          </p:cNvPr>
          <p:cNvSpPr/>
          <p:nvPr/>
        </p:nvSpPr>
        <p:spPr>
          <a:xfrm>
            <a:off x="471790" y="1209124"/>
            <a:ext cx="4530515" cy="162372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topic_overview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40665061-5B1C-2CCE-F034-E871D10FAE40}"/>
              </a:ext>
            </a:extLst>
          </p:cNvPr>
          <p:cNvSpPr txBox="1">
            <a:spLocks/>
          </p:cNvSpPr>
          <p:nvPr/>
        </p:nvSpPr>
        <p:spPr>
          <a:xfrm>
            <a:off x="420130" y="3017407"/>
            <a:ext cx="4682694" cy="244722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lIns="0" tIns="0" rIns="0" bIns="0"/>
          <a:lstStyle>
            <a:lvl1pPr marL="12373" indent="0" algn="l" defTabSz="1187798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20" algn="ctr"/>
              </a:tabLst>
              <a:defRPr sz="1800" kern="12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7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346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245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144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 err="1"/>
              <a:t>为何重要</a:t>
            </a:r>
            <a:r>
              <a:rPr lang="zh-CN" altLang="en-US" sz="1400" b="1" dirty="0"/>
              <a:t>：</a:t>
            </a:r>
            <a:endParaRPr lang="en-US" sz="1400" b="1" dirty="0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433696F-D899-6F79-4DE4-78BB9E1BFC8E}"/>
              </a:ext>
            </a:extLst>
          </p:cNvPr>
          <p:cNvSpPr/>
          <p:nvPr/>
        </p:nvSpPr>
        <p:spPr>
          <a:xfrm>
            <a:off x="471791" y="3254815"/>
            <a:ext cx="4569714" cy="213724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topic_reason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5300328-5912-880B-A5E4-6C5418BFED02}"/>
              </a:ext>
            </a:extLst>
          </p:cNvPr>
          <p:cNvSpPr txBox="1">
            <a:spLocks/>
          </p:cNvSpPr>
          <p:nvPr/>
        </p:nvSpPr>
        <p:spPr>
          <a:xfrm>
            <a:off x="5342476" y="934423"/>
            <a:ext cx="6335718" cy="265544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lIns="0" tIns="0" rIns="0" bIns="0"/>
          <a:lstStyle>
            <a:lvl1pPr marL="12373" indent="0" algn="l" defTabSz="1187798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20" algn="ctr"/>
              </a:tabLst>
              <a:defRPr sz="1800" kern="12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7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346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245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144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b="1" dirty="0"/>
              <a:t>主要技术路径和创新点：</a:t>
            </a:r>
            <a:endParaRPr lang="en-US" sz="1400" b="1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B35B5978-8385-5FD5-9BA9-7492FAED06A4}"/>
              </a:ext>
            </a:extLst>
          </p:cNvPr>
          <p:cNvSpPr/>
          <p:nvPr/>
        </p:nvSpPr>
        <p:spPr>
          <a:xfrm>
            <a:off x="5423924" y="1209123"/>
            <a:ext cx="6129327" cy="23062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method_innovation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90664A1C-DF37-F783-62DA-803377F22092}"/>
              </a:ext>
            </a:extLst>
          </p:cNvPr>
          <p:cNvSpPr txBox="1">
            <a:spLocks/>
          </p:cNvSpPr>
          <p:nvPr/>
        </p:nvSpPr>
        <p:spPr>
          <a:xfrm>
            <a:off x="5331416" y="3700444"/>
            <a:ext cx="6335718" cy="176418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lIns="0" tIns="0" rIns="0" bIns="0"/>
          <a:lstStyle>
            <a:lvl1pPr marL="12373" indent="0" algn="l" defTabSz="1187798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20" algn="ctr"/>
              </a:tabLst>
              <a:defRPr sz="1800" kern="12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7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346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245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144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b="1" dirty="0"/>
              <a:t>可借鉴技术和思想：</a:t>
            </a:r>
            <a:endParaRPr lang="en-US" sz="1400" b="1" dirty="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460A953C-45BC-0EF9-7DB4-3A423AC50FC0}"/>
              </a:ext>
            </a:extLst>
          </p:cNvPr>
          <p:cNvSpPr/>
          <p:nvPr/>
        </p:nvSpPr>
        <p:spPr>
          <a:xfrm>
            <a:off x="5423924" y="3975144"/>
            <a:ext cx="6118268" cy="14169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topic_inspiration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93902C2-48AA-E0A3-B0F1-07BEC8AF418C}"/>
              </a:ext>
            </a:extLst>
          </p:cNvPr>
          <p:cNvSpPr/>
          <p:nvPr/>
        </p:nvSpPr>
        <p:spPr>
          <a:xfrm>
            <a:off x="406435" y="5575206"/>
            <a:ext cx="11467068" cy="706919"/>
          </a:xfrm>
          <a:prstGeom prst="rect">
            <a:avLst/>
          </a:prstGeom>
          <a:solidFill>
            <a:srgbClr val="EA00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0"/>
          <a:lstStyle/>
          <a:p>
            <a:r>
              <a:rPr kumimoji="1" lang="zh-CN" altLang="en-US" sz="1400" dirty="0">
                <a:solidFill>
                  <a:schemeClr val="tx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总结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A0A5F64E-2437-B30E-C01E-3A43A889F8AA}"/>
              </a:ext>
            </a:extLst>
          </p:cNvPr>
          <p:cNvSpPr/>
          <p:nvPr/>
        </p:nvSpPr>
        <p:spPr>
          <a:xfrm>
            <a:off x="943891" y="5629466"/>
            <a:ext cx="10846437" cy="6146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topic_summary</a:t>
            </a:r>
            <a:endParaRPr kumimoji="1" lang="zh-CN" altLang="en-US" sz="1200" dirty="0">
              <a:solidFill>
                <a:schemeClr val="tx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12455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8821C-C8B1-9E64-86D2-ED700BB37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B79EC3B7-F6FE-645F-6DD8-DB70084EE7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/>
          <a:lstStyle/>
          <a:p>
            <a:r>
              <a:rPr lang="en-US" b="1" dirty="0" err="1">
                <a:solidFill>
                  <a:srgbClr val="FF0000"/>
                </a:solidFill>
              </a:rPr>
              <a:t>paper_title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FB339F-9A06-C8D1-EFE7-58ACD390F658}"/>
              </a:ext>
            </a:extLst>
          </p:cNvPr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A0467B8-555A-04CA-F0A4-B84D12854D7C}"/>
              </a:ext>
            </a:extLst>
          </p:cNvPr>
          <p:cNvSpPr txBox="1">
            <a:spLocks/>
          </p:cNvSpPr>
          <p:nvPr/>
        </p:nvSpPr>
        <p:spPr>
          <a:xfrm>
            <a:off x="409070" y="934425"/>
            <a:ext cx="5352112" cy="114837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lIns="0" tIns="0" rIns="0" bIns="0"/>
          <a:lstStyle>
            <a:lvl1pPr marL="12373" indent="0" algn="l" defTabSz="1187798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20" algn="ctr"/>
              </a:tabLst>
              <a:defRPr sz="1800" kern="12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7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346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245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144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1400" b="1" dirty="0"/>
              <a:t>研究背景</a:t>
            </a:r>
            <a:endParaRPr lang="en-US" sz="1400" b="1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3448A4D-0AD6-E30E-9360-593E7AEB4728}"/>
              </a:ext>
            </a:extLst>
          </p:cNvPr>
          <p:cNvSpPr/>
          <p:nvPr/>
        </p:nvSpPr>
        <p:spPr>
          <a:xfrm>
            <a:off x="471790" y="1209124"/>
            <a:ext cx="5178178" cy="78240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paper_background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C20AA645-3A8A-1A04-5B6F-9DB973E17F57}"/>
              </a:ext>
            </a:extLst>
          </p:cNvPr>
          <p:cNvSpPr txBox="1">
            <a:spLocks/>
          </p:cNvSpPr>
          <p:nvPr/>
        </p:nvSpPr>
        <p:spPr>
          <a:xfrm>
            <a:off x="5886124" y="934423"/>
            <a:ext cx="5792069" cy="162960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lIns="0" tIns="0" rIns="0" bIns="0"/>
          <a:lstStyle>
            <a:lvl1pPr marL="12373" indent="0" algn="l" defTabSz="1187798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20" algn="ctr"/>
              </a:tabLst>
              <a:defRPr sz="1800" kern="12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7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346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245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144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1400" b="1" dirty="0"/>
              <a:t>技术挑战</a:t>
            </a:r>
            <a:endParaRPr lang="en-US" sz="1400" b="1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9E7497B7-3002-2F91-C3CB-230BE53180FD}"/>
              </a:ext>
            </a:extLst>
          </p:cNvPr>
          <p:cNvSpPr/>
          <p:nvPr/>
        </p:nvSpPr>
        <p:spPr>
          <a:xfrm>
            <a:off x="5949863" y="1209123"/>
            <a:ext cx="5603388" cy="128076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paper_challenges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5ED8A7ED-3CBE-FE1D-753A-6C31F1B507D6}"/>
              </a:ext>
            </a:extLst>
          </p:cNvPr>
          <p:cNvSpPr txBox="1">
            <a:spLocks/>
          </p:cNvSpPr>
          <p:nvPr/>
        </p:nvSpPr>
        <p:spPr>
          <a:xfrm>
            <a:off x="5876046" y="2673036"/>
            <a:ext cx="5791087" cy="279159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lIns="0" tIns="0" rIns="0" bIns="0"/>
          <a:lstStyle>
            <a:lvl1pPr marL="12373" indent="0" algn="l" defTabSz="1187798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20" algn="ctr"/>
              </a:tabLst>
              <a:defRPr sz="1800" kern="12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7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346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245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144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1400" b="1" dirty="0"/>
              <a:t>关键技术</a:t>
            </a:r>
            <a:endParaRPr lang="en-US" sz="1400" b="1" dirty="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C51FFCDF-8CAE-AC69-CADD-FD2FF638FB12}"/>
              </a:ext>
            </a:extLst>
          </p:cNvPr>
          <p:cNvSpPr/>
          <p:nvPr/>
        </p:nvSpPr>
        <p:spPr>
          <a:xfrm>
            <a:off x="5949862" y="2915588"/>
            <a:ext cx="5592329" cy="247647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paper_key_tech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3E1ACAD8-BF62-0A03-C38D-E327DCF9D7D9}"/>
              </a:ext>
            </a:extLst>
          </p:cNvPr>
          <p:cNvSpPr/>
          <p:nvPr/>
        </p:nvSpPr>
        <p:spPr>
          <a:xfrm>
            <a:off x="406435" y="5575206"/>
            <a:ext cx="11467068" cy="706919"/>
          </a:xfrm>
          <a:prstGeom prst="rect">
            <a:avLst/>
          </a:prstGeom>
          <a:solidFill>
            <a:srgbClr val="EA00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 anchorCtr="0"/>
          <a:lstStyle/>
          <a:p>
            <a:r>
              <a:rPr kumimoji="1" lang="zh-CN" altLang="en-US" sz="1400" dirty="0">
                <a:solidFill>
                  <a:schemeClr val="tx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总结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DE4F04F9-9A72-75DF-E7F9-67E8C8A6D483}"/>
              </a:ext>
            </a:extLst>
          </p:cNvPr>
          <p:cNvSpPr/>
          <p:nvPr/>
        </p:nvSpPr>
        <p:spPr>
          <a:xfrm>
            <a:off x="943891" y="5629466"/>
            <a:ext cx="10846437" cy="6146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paper_summary</a:t>
            </a:r>
            <a:endParaRPr kumimoji="1" lang="zh-CN" altLang="en-US" sz="1200" dirty="0">
              <a:solidFill>
                <a:schemeClr val="tx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25C070-E529-0773-BCD9-57A1982956D5}"/>
              </a:ext>
            </a:extLst>
          </p:cNvPr>
          <p:cNvSpPr txBox="1">
            <a:spLocks/>
          </p:cNvSpPr>
          <p:nvPr/>
        </p:nvSpPr>
        <p:spPr>
          <a:xfrm>
            <a:off x="420130" y="2137061"/>
            <a:ext cx="5352112" cy="1067826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lIns="0" tIns="0" rIns="0" bIns="0"/>
          <a:lstStyle>
            <a:lvl1pPr marL="12373" indent="0" algn="l" defTabSz="1187798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20" algn="ctr"/>
              </a:tabLst>
              <a:defRPr sz="1800" kern="12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7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346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245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144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1400" b="1" dirty="0"/>
              <a:t>技术来源</a:t>
            </a:r>
            <a:endParaRPr lang="en-US" sz="1400" b="1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437DC0D-C41D-1147-0A3A-C91B3F82D972}"/>
              </a:ext>
            </a:extLst>
          </p:cNvPr>
          <p:cNvSpPr/>
          <p:nvPr/>
        </p:nvSpPr>
        <p:spPr>
          <a:xfrm>
            <a:off x="482850" y="2357499"/>
            <a:ext cx="5278332" cy="83666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paper_tech_resource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8787EF6-DF53-EABC-1935-A50FBE86CE65}"/>
              </a:ext>
            </a:extLst>
          </p:cNvPr>
          <p:cNvSpPr txBox="1">
            <a:spLocks/>
          </p:cNvSpPr>
          <p:nvPr/>
        </p:nvSpPr>
        <p:spPr>
          <a:xfrm>
            <a:off x="431190" y="3294979"/>
            <a:ext cx="5352112" cy="216964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lIns="0" tIns="0" rIns="0" bIns="0"/>
          <a:lstStyle>
            <a:lvl1pPr marL="12373" indent="0" algn="l" defTabSz="1187798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20" algn="ctr"/>
              </a:tabLst>
              <a:defRPr sz="1800" kern="12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850" indent="-171159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20" algn="ctr"/>
              </a:tabLst>
              <a:defRPr sz="1299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7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346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245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144" indent="-296950" algn="l" defTabSz="1187798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3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 dirty="0" err="1"/>
              <a:t>实验结果</a:t>
            </a:r>
            <a:endParaRPr lang="en-US" sz="1400" b="1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1044D52-2C57-CEA0-C16A-52B819534A1E}"/>
              </a:ext>
            </a:extLst>
          </p:cNvPr>
          <p:cNvSpPr/>
          <p:nvPr/>
        </p:nvSpPr>
        <p:spPr>
          <a:xfrm>
            <a:off x="493910" y="3515419"/>
            <a:ext cx="5278332" cy="5527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paper_result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4921F9D-4BC2-1495-875C-8E9FCB963CA0}"/>
              </a:ext>
            </a:extLst>
          </p:cNvPr>
          <p:cNvSpPr/>
          <p:nvPr/>
        </p:nvSpPr>
        <p:spPr>
          <a:xfrm>
            <a:off x="1868249" y="4651513"/>
            <a:ext cx="2259252" cy="7405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exp_result_png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BC2F504-167C-1FFB-5D13-281A1595366F}"/>
              </a:ext>
            </a:extLst>
          </p:cNvPr>
          <p:cNvSpPr/>
          <p:nvPr/>
        </p:nvSpPr>
        <p:spPr>
          <a:xfrm>
            <a:off x="7652532" y="4651513"/>
            <a:ext cx="2259252" cy="7405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key_tech_png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54539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9AA78-E2EB-A60B-D380-07805F423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173B1E50-A7E5-27C6-1047-E8F6BF89FF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/>
          <a:lstStyle/>
          <a:p>
            <a:r>
              <a:rPr lang="zh-CN" altLang="en-US" b="1" dirty="0">
                <a:solidFill>
                  <a:srgbClr val="FF0000"/>
                </a:solidFill>
              </a:rPr>
              <a:t>总结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60E7BB-9C99-9127-0082-3493F893C0DF}"/>
              </a:ext>
            </a:extLst>
          </p:cNvPr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88D5D84A-EC10-B20C-59F4-C22A5E9AAB0B}"/>
              </a:ext>
            </a:extLst>
          </p:cNvPr>
          <p:cNvSpPr/>
          <p:nvPr/>
        </p:nvSpPr>
        <p:spPr>
          <a:xfrm>
            <a:off x="507616" y="914400"/>
            <a:ext cx="11379581" cy="251459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Wingdings" pitchFamily="2" charset="2"/>
              <a:buChar char="l"/>
            </a:pPr>
            <a:r>
              <a:rPr kumimoji="1"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关键趋势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386CC40-977C-FC12-6FEC-63258486C037}"/>
              </a:ext>
            </a:extLst>
          </p:cNvPr>
          <p:cNvSpPr/>
          <p:nvPr/>
        </p:nvSpPr>
        <p:spPr>
          <a:xfrm>
            <a:off x="507616" y="3428999"/>
            <a:ext cx="11379581" cy="251460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Wingdings" pitchFamily="2" charset="2"/>
              <a:buChar char="l"/>
            </a:pPr>
            <a:r>
              <a:rPr kumimoji="1"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建议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8307575-0BF1-51FE-B2E8-D9369C15FD45}"/>
              </a:ext>
            </a:extLst>
          </p:cNvPr>
          <p:cNvSpPr/>
          <p:nvPr/>
        </p:nvSpPr>
        <p:spPr>
          <a:xfrm>
            <a:off x="705666" y="1373224"/>
            <a:ext cx="10983481" cy="16944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key_trends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BF31AEB-C5C9-CC3F-0380-6E0A560B1162}"/>
              </a:ext>
            </a:extLst>
          </p:cNvPr>
          <p:cNvSpPr/>
          <p:nvPr/>
        </p:nvSpPr>
        <p:spPr>
          <a:xfrm>
            <a:off x="705666" y="3887823"/>
            <a:ext cx="10983481" cy="16944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suggestions</a:t>
            </a:r>
            <a:endParaRPr kumimoji="1" lang="zh-CN" altLang="en-US" sz="12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32334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11">
            <a:extLst>
              <a:ext uri="{FF2B5EF4-FFF2-40B4-BE49-F238E27FC236}">
                <a16:creationId xmlns:a16="http://schemas.microsoft.com/office/drawing/2014/main" id="{AA2F35BA-0D33-A940-95B7-4E443E9FAC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9175" y="471777"/>
            <a:ext cx="10740640" cy="993400"/>
          </a:xfrm>
        </p:spPr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6" name="Table 4">
            <a:extLst>
              <a:ext uri="{FF2B5EF4-FFF2-40B4-BE49-F238E27FC236}">
                <a16:creationId xmlns:a16="http://schemas.microsoft.com/office/drawing/2014/main" id="{27ECFF97-8F0B-D245-ADDE-A22D49B487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7493635"/>
              </p:ext>
            </p:extLst>
          </p:nvPr>
        </p:nvGraphicFramePr>
        <p:xfrm>
          <a:off x="4953403" y="2284225"/>
          <a:ext cx="6408172" cy="370582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75018">
                  <a:extLst>
                    <a:ext uri="{9D8B030D-6E8A-4147-A177-3AD203B41FA5}">
                      <a16:colId xmlns:a16="http://schemas.microsoft.com/office/drawing/2014/main" val="3290653754"/>
                    </a:ext>
                  </a:extLst>
                </a:gridCol>
                <a:gridCol w="936978">
                  <a:extLst>
                    <a:ext uri="{9D8B030D-6E8A-4147-A177-3AD203B41FA5}">
                      <a16:colId xmlns:a16="http://schemas.microsoft.com/office/drawing/2014/main" val="2226355419"/>
                    </a:ext>
                  </a:extLst>
                </a:gridCol>
                <a:gridCol w="948266">
                  <a:extLst>
                    <a:ext uri="{9D8B030D-6E8A-4147-A177-3AD203B41FA5}">
                      <a16:colId xmlns:a16="http://schemas.microsoft.com/office/drawing/2014/main" val="1019984887"/>
                    </a:ext>
                  </a:extLst>
                </a:gridCol>
                <a:gridCol w="948267">
                  <a:extLst>
                    <a:ext uri="{9D8B030D-6E8A-4147-A177-3AD203B41FA5}">
                      <a16:colId xmlns:a16="http://schemas.microsoft.com/office/drawing/2014/main" val="4189785689"/>
                    </a:ext>
                  </a:extLst>
                </a:gridCol>
                <a:gridCol w="948267">
                  <a:extLst>
                    <a:ext uri="{9D8B030D-6E8A-4147-A177-3AD203B41FA5}">
                      <a16:colId xmlns:a16="http://schemas.microsoft.com/office/drawing/2014/main" val="50060077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471514843"/>
                    </a:ext>
                  </a:extLst>
                </a:gridCol>
                <a:gridCol w="936976">
                  <a:extLst>
                    <a:ext uri="{9D8B030D-6E8A-4147-A177-3AD203B41FA5}">
                      <a16:colId xmlns:a16="http://schemas.microsoft.com/office/drawing/2014/main" val="3567691634"/>
                    </a:ext>
                  </a:extLst>
                </a:gridCol>
              </a:tblGrid>
              <a:tr h="595196"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97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  <a:ea typeface="+mn-ea"/>
                        <a:cs typeface="+mn-cs"/>
                      </a:endParaRPr>
                    </a:p>
                    <a:p>
                      <a:pPr algn="ctr"/>
                      <a:endParaRPr lang="en-US" sz="97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en-US" sz="950" b="1" kern="1200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+mj-lt"/>
                          <a:ea typeface="+mn-ea"/>
                          <a:cs typeface="+mn-cs"/>
                        </a:rPr>
                        <a:t>T-Mobile</a:t>
                      </a:r>
                      <a:endParaRPr lang="en-US" sz="95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</a:endParaRPr>
                    </a:p>
                  </a:txBody>
                  <a:tcPr marL="0" marR="0" marT="0" marB="0" anchor="ctr"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97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97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50" b="1" kern="1200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+mj-lt"/>
                          <a:ea typeface="+mn-ea"/>
                          <a:cs typeface="Arial" panose="020B0604020202020204" pitchFamily="34" charset="0"/>
                        </a:rPr>
                        <a:t>Huawei</a:t>
                      </a:r>
                      <a:endParaRPr lang="en-US" sz="95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97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97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50" b="1" kern="1200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+mj-lt"/>
                          <a:ea typeface="+mn-ea"/>
                          <a:cs typeface="Arial" panose="020B0604020202020204" pitchFamily="34" charset="0"/>
                        </a:rPr>
                        <a:t>Orange</a:t>
                      </a:r>
                      <a:endParaRPr lang="en-US" sz="95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970" b="1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</a:endParaRPr>
                    </a:p>
                    <a:p>
                      <a:pPr algn="ctr"/>
                      <a:endParaRPr lang="en-US" sz="970" b="1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</a:endParaRPr>
                    </a:p>
                    <a:p>
                      <a:pPr algn="ctr"/>
                      <a:r>
                        <a:rPr lang="en-US" sz="950" b="1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+mj-lt"/>
                        </a:rPr>
                        <a:t>China Mobile</a:t>
                      </a:r>
                    </a:p>
                  </a:txBody>
                  <a:tcPr marL="0" marR="0" marT="0" marB="0" anchor="ctr"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950" b="1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  <a:cs typeface="Arial" panose="020B0604020202020204" pitchFamily="34" charset="0"/>
                      </a:endParaRPr>
                    </a:p>
                    <a:p>
                      <a:pPr algn="ctr"/>
                      <a:endParaRPr lang="en-US" sz="950" b="1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n-US" sz="950" b="1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+mj-lt"/>
                          <a:cs typeface="Arial" panose="020B0604020202020204" pitchFamily="34" charset="0"/>
                        </a:rPr>
                        <a:t>China Telecom </a:t>
                      </a:r>
                      <a:endParaRPr lang="en-US" sz="95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</a:endParaRPr>
                    </a:p>
                  </a:txBody>
                  <a:tcPr marL="0" marR="0" marT="0" marB="0" anchor="ctr"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950" b="1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  <a:cs typeface="Arial" panose="020B0604020202020204" pitchFamily="34" charset="0"/>
                      </a:endParaRPr>
                    </a:p>
                    <a:p>
                      <a:pPr algn="ctr"/>
                      <a:endParaRPr lang="en-US" sz="950" b="1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n-US" sz="950" b="1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+mj-lt"/>
                          <a:cs typeface="Arial" panose="020B0604020202020204" pitchFamily="34" charset="0"/>
                        </a:rPr>
                        <a:t>China Unicom</a:t>
                      </a:r>
                      <a:endParaRPr lang="en-US" sz="95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+mj-lt"/>
                      </a:endParaRPr>
                    </a:p>
                  </a:txBody>
                  <a:tcPr marL="0" marR="0" marT="0" marB="0" anchor="ctr"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8218184"/>
                  </a:ext>
                </a:extLst>
              </a:tr>
              <a:tr h="59519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40" b="0" dirty="0">
                          <a:latin typeface="+mn-lt"/>
                          <a:cs typeface="Arial" panose="020B0604020202020204" pitchFamily="34" charset="0"/>
                        </a:rPr>
                        <a:t>22M-40M</a:t>
                      </a:r>
                    </a:p>
                  </a:txBody>
                  <a:tcPr marL="72000" marR="0" marT="0" marB="0" anchor="ctr"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solidFill>
                            <a:schemeClr val="accent6"/>
                          </a:solidFill>
                        </a:rPr>
                        <a:t>•</a:t>
                      </a:r>
                      <a:endParaRPr lang="en-US" sz="3600" b="1" dirty="0">
                        <a:solidFill>
                          <a:schemeClr val="accent6"/>
                        </a:solidFill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ts val="21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dirty="0">
                          <a:solidFill>
                            <a:srgbClr val="C00000"/>
                          </a:solidFill>
                        </a:rPr>
                        <a:t>•</a:t>
                      </a:r>
                      <a:endParaRPr lang="en-US" sz="3600" b="1" dirty="0">
                        <a:solidFill>
                          <a:srgbClr val="C00000"/>
                        </a:solidFill>
                      </a:endParaRPr>
                    </a:p>
                  </a:txBody>
                  <a:tcPr anchor="b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40"/>
                        </a:lnSpc>
                      </a:pPr>
                      <a:r>
                        <a:rPr lang="en-US" sz="3600" dirty="0">
                          <a:solidFill>
                            <a:schemeClr val="accent6"/>
                          </a:solidFill>
                        </a:rPr>
                        <a:t>•</a:t>
                      </a:r>
                      <a:endParaRPr lang="en-US" sz="3600" dirty="0"/>
                    </a:p>
                  </a:txBody>
                  <a:tcPr anchor="b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140"/>
                        </a:lnSpc>
                      </a:pPr>
                      <a:endParaRPr lang="en-US" dirty="0"/>
                    </a:p>
                  </a:txBody>
                  <a:tcPr anchor="b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40"/>
                        </a:lnSpc>
                      </a:pPr>
                      <a:endParaRPr lang="en-US" sz="3600" dirty="0"/>
                    </a:p>
                  </a:txBody>
                  <a:tcPr anchor="b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40"/>
                        </a:lnSpc>
                      </a:pPr>
                      <a:r>
                        <a:rPr lang="en-US" sz="3600" dirty="0">
                          <a:solidFill>
                            <a:schemeClr val="accent6"/>
                          </a:solidFill>
                        </a:rPr>
                        <a:t>•</a:t>
                      </a:r>
                      <a:endParaRPr lang="en-US" sz="3600" dirty="0"/>
                    </a:p>
                  </a:txBody>
                  <a:tcPr anchor="b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1083839"/>
                  </a:ext>
                </a:extLst>
              </a:tr>
              <a:tr h="595196">
                <a:tc>
                  <a:txBody>
                    <a:bodyPr/>
                    <a:lstStyle/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40" b="0" dirty="0"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40" b="0" dirty="0">
                          <a:latin typeface="+mn-lt"/>
                          <a:cs typeface="Arial" panose="020B0604020202020204" pitchFamily="34" charset="0"/>
                        </a:rPr>
                        <a:t>50M-80M</a:t>
                      </a:r>
                      <a:endParaRPr lang="en-US" sz="1040" dirty="0">
                        <a:latin typeface="+mn-lt"/>
                      </a:endParaRPr>
                    </a:p>
                  </a:txBody>
                  <a:tcPr marL="72000"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solidFill>
                            <a:schemeClr val="accent6"/>
                          </a:solidFill>
                        </a:rPr>
                        <a:t>•</a:t>
                      </a:r>
                      <a:endParaRPr lang="en-US" sz="3600" dirty="0"/>
                    </a:p>
                  </a:txBody>
                  <a:tcPr marL="90000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solidFill>
                            <a:srgbClr val="C00000"/>
                          </a:solidFill>
                        </a:rPr>
                        <a:t>•</a:t>
                      </a:r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solidFill>
                            <a:schemeClr val="accent6"/>
                          </a:solidFill>
                        </a:rPr>
                        <a:t>•</a:t>
                      </a:r>
                      <a:endParaRPr lang="en-US" sz="3600" dirty="0"/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3600" dirty="0"/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solidFill>
                            <a:schemeClr val="accent6"/>
                          </a:solidFill>
                        </a:rPr>
                        <a:t>•</a:t>
                      </a:r>
                      <a:endParaRPr lang="en-US" sz="3600" dirty="0"/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1918238"/>
                  </a:ext>
                </a:extLst>
              </a:tr>
              <a:tr h="595196">
                <a:tc>
                  <a:txBody>
                    <a:bodyPr/>
                    <a:lstStyle/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40" b="0" dirty="0"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40" b="0" dirty="0">
                          <a:latin typeface="+mn-lt"/>
                          <a:cs typeface="Arial" panose="020B0604020202020204" pitchFamily="34" charset="0"/>
                        </a:rPr>
                        <a:t>18M-25M</a:t>
                      </a:r>
                      <a:endParaRPr lang="en-US" sz="1040" dirty="0">
                        <a:latin typeface="+mn-lt"/>
                      </a:endParaRPr>
                    </a:p>
                  </a:txBody>
                  <a:tcPr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dirty="0">
                          <a:solidFill>
                            <a:schemeClr val="accent6"/>
                          </a:solidFill>
                        </a:rPr>
                        <a:t>•</a:t>
                      </a:r>
                      <a:endParaRPr lang="en-US" sz="3600" b="1" dirty="0">
                        <a:solidFill>
                          <a:schemeClr val="accent6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dirty="0">
                          <a:solidFill>
                            <a:srgbClr val="C00000"/>
                          </a:solidFill>
                        </a:rPr>
                        <a:t>•</a:t>
                      </a:r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solidFill>
                            <a:schemeClr val="accent6"/>
                          </a:solidFill>
                        </a:rPr>
                        <a:t>•</a:t>
                      </a:r>
                      <a:endParaRPr lang="en-US" sz="3600" dirty="0"/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solidFill>
                            <a:schemeClr val="accent6"/>
                          </a:solidFill>
                        </a:rPr>
                        <a:t>•</a:t>
                      </a:r>
                      <a:endParaRPr lang="en-US" sz="3600" dirty="0"/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solidFill>
                            <a:schemeClr val="accent6"/>
                          </a:solidFill>
                        </a:rPr>
                        <a:t>•</a:t>
                      </a:r>
                      <a:endParaRPr lang="en-US" sz="3600" dirty="0"/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0293942"/>
                  </a:ext>
                </a:extLst>
              </a:tr>
              <a:tr h="595196">
                <a:tc>
                  <a:txBody>
                    <a:bodyPr/>
                    <a:lstStyle/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40" b="0" dirty="0"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40" b="0" dirty="0">
                          <a:latin typeface="+mn-lt"/>
                          <a:cs typeface="Arial" panose="020B0604020202020204" pitchFamily="34" charset="0"/>
                        </a:rPr>
                        <a:t>22M-35M</a:t>
                      </a:r>
                      <a:endParaRPr lang="en-US" sz="1040" dirty="0">
                        <a:latin typeface="+mn-lt"/>
                      </a:endParaRPr>
                    </a:p>
                  </a:txBody>
                  <a:tcPr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dirty="0">
                          <a:solidFill>
                            <a:schemeClr val="accent6"/>
                          </a:solidFill>
                        </a:rPr>
                        <a:t>•</a:t>
                      </a:r>
                      <a:endParaRPr lang="en-US" sz="3600" b="1" dirty="0">
                        <a:solidFill>
                          <a:schemeClr val="accent6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dirty="0">
                          <a:solidFill>
                            <a:srgbClr val="C00000"/>
                          </a:solidFill>
                        </a:rPr>
                        <a:t>•</a:t>
                      </a:r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solidFill>
                            <a:schemeClr val="accent6"/>
                          </a:solidFill>
                        </a:rPr>
                        <a:t>•</a:t>
                      </a:r>
                      <a:endParaRPr lang="en-US" sz="3600" dirty="0"/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solidFill>
                            <a:schemeClr val="accent6"/>
                          </a:solidFill>
                        </a:rPr>
                        <a:t>•</a:t>
                      </a:r>
                      <a:endParaRPr lang="en-US" sz="3600" dirty="0"/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solidFill>
                            <a:schemeClr val="accent6"/>
                          </a:solidFill>
                        </a:rPr>
                        <a:t>•</a:t>
                      </a:r>
                      <a:endParaRPr lang="en-US" sz="3600" dirty="0"/>
                    </a:p>
                  </a:txBody>
                  <a:tcPr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736679"/>
                  </a:ext>
                </a:extLst>
              </a:tr>
              <a:tr h="595196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276231359"/>
                  </a:ext>
                </a:extLst>
              </a:tr>
            </a:tbl>
          </a:graphicData>
        </a:graphic>
      </p:graphicFrame>
      <p:graphicFrame>
        <p:nvGraphicFramePr>
          <p:cNvPr id="7" name="Chart 5">
            <a:extLst>
              <a:ext uri="{FF2B5EF4-FFF2-40B4-BE49-F238E27FC236}">
                <a16:creationId xmlns:a16="http://schemas.microsoft.com/office/drawing/2014/main" id="{68303E64-E7F8-FD49-AE0D-E5D1DC689C3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25109550"/>
              </p:ext>
            </p:extLst>
          </p:nvPr>
        </p:nvGraphicFramePr>
        <p:xfrm>
          <a:off x="777047" y="2607376"/>
          <a:ext cx="3852104" cy="2855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 Box 22">
            <a:extLst>
              <a:ext uri="{FF2B5EF4-FFF2-40B4-BE49-F238E27FC236}">
                <a16:creationId xmlns:a16="http://schemas.microsoft.com/office/drawing/2014/main" id="{9DAEB3C8-0754-7242-9B37-C0036EA31918}"/>
              </a:ext>
            </a:extLst>
          </p:cNvPr>
          <p:cNvSpPr txBox="1">
            <a:spLocks noChangeArrowheads="1"/>
          </p:cNvSpPr>
          <p:nvPr/>
        </p:nvSpPr>
        <p:spPr bwMode="auto">
          <a:xfrm rot="-1200000">
            <a:off x="6777508" y="5077719"/>
            <a:ext cx="5351617" cy="451830"/>
          </a:xfrm>
          <a:prstGeom prst="rect">
            <a:avLst/>
          </a:prstGeom>
          <a:solidFill>
            <a:srgbClr val="FFFFFF">
              <a:alpha val="50196"/>
            </a:srgbClr>
          </a:solidFill>
          <a:ln w="28575" algn="ctr">
            <a:solidFill>
              <a:srgbClr val="C00000"/>
            </a:solidFill>
            <a:miter lim="800000"/>
            <a:headEnd/>
            <a:tailEnd/>
          </a:ln>
          <a:effectLst/>
        </p:spPr>
        <p:txBody>
          <a:bodyPr wrap="square" lIns="105092" tIns="101810" rIns="105092" bIns="101810">
            <a:spAutoFit/>
          </a:bodyPr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9pPr>
          </a:lstStyle>
          <a:p>
            <a:pPr algn="ctr" defTabSz="731838"/>
            <a:r>
              <a:rPr lang="zh-CN" altLang="en-US" sz="1600" dirty="0">
                <a:solidFill>
                  <a:srgbClr val="C00000"/>
                </a:solidFill>
                <a:latin typeface="+mn-lt"/>
                <a:ea typeface="黑体" pitchFamily="2" charset="-122"/>
              </a:rPr>
              <a:t>此页为图表配色示意，正式使用时请删除此页</a:t>
            </a:r>
          </a:p>
        </p:txBody>
      </p:sp>
    </p:spTree>
    <p:extLst>
      <p:ext uri="{BB962C8B-B14F-4D97-AF65-F5344CB8AC3E}">
        <p14:creationId xmlns:p14="http://schemas.microsoft.com/office/powerpoint/2010/main" val="2710191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2022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1_Title Slid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575756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FC2917F5-FC52-4782-A0FF-AE2013F589C8}"/>
    </a:ext>
  </a:extLst>
</a:theme>
</file>

<file path=ppt/theme/theme2.xml><?xml version="1.0" encoding="utf-8"?>
<a:theme xmlns:a="http://schemas.openxmlformats.org/drawingml/2006/main" name="Chart page">
  <a:themeElements>
    <a:clrScheme name="updated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C8102E"/>
      </a:accent2>
      <a:accent3>
        <a:srgbClr val="EA594F"/>
      </a:accent3>
      <a:accent4>
        <a:srgbClr val="F8B53C"/>
      </a:accent4>
      <a:accent5>
        <a:srgbClr val="231815"/>
      </a:accent5>
      <a:accent6>
        <a:srgbClr val="595757"/>
      </a:accent6>
      <a:hlink>
        <a:srgbClr val="898989"/>
      </a:hlink>
      <a:folHlink>
        <a:srgbClr val="B5B5B5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C7000B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1800" dirty="0" smtClean="0">
            <a:solidFill>
              <a:schemeClr val="accent2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25829FED-7996-4B48-8C44-EBA668E4F8ED}"/>
    </a:ext>
  </a:extLst>
</a:theme>
</file>

<file path=ppt/theme/theme3.xml><?xml version="1.0" encoding="utf-8"?>
<a:theme xmlns:a="http://schemas.openxmlformats.org/drawingml/2006/main" name="4_Chart page">
  <a:themeElements>
    <a:clrScheme name="Custom 29">
      <a:dk1>
        <a:srgbClr val="1D1D1A"/>
      </a:dk1>
      <a:lt1>
        <a:srgbClr val="666666"/>
      </a:lt1>
      <a:dk2>
        <a:srgbClr val="FFFFFF"/>
      </a:dk2>
      <a:lt2>
        <a:srgbClr val="EBEBEB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lnSpc>
            <a:spcPts val="3440"/>
          </a:lnSpc>
          <a:defRPr sz="3200" dirty="0" smtClean="0"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6DF1AB71-8E54-4DA3-96CA-45CA365BFE54}"/>
    </a:ext>
  </a:extLst>
</a:theme>
</file>

<file path=ppt/theme/theme4.xml><?xml version="1.0" encoding="utf-8"?>
<a:theme xmlns:a="http://schemas.openxmlformats.org/drawingml/2006/main" name="End pag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8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1AA013AF-7C2E-4A39-9796-86760F640C19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MWC 19-PPT模板-白底 16比9</Template>
  <TotalTime>185</TotalTime>
  <Words>340</Words>
  <Application>Microsoft Macintosh PowerPoint</Application>
  <PresentationFormat>自定义</PresentationFormat>
  <Paragraphs>148</Paragraphs>
  <Slides>15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15</vt:i4>
      </vt:variant>
    </vt:vector>
  </HeadingPairs>
  <TitlesOfParts>
    <vt:vector size="23" baseType="lpstr">
      <vt:lpstr>Microsoft YaHei</vt:lpstr>
      <vt:lpstr>Arial</vt:lpstr>
      <vt:lpstr>Calibri</vt:lpstr>
      <vt:lpstr>Wingdings</vt:lpstr>
      <vt:lpstr>1_Title Slide</vt:lpstr>
      <vt:lpstr>Chart page</vt:lpstr>
      <vt:lpstr>4_Chart page</vt:lpstr>
      <vt:lpstr>End page</vt:lpstr>
      <vt:lpstr>conference_name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Huawei Technologies Co.,Ltd.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AutoBVT</dc:creator>
  <cp:lastModifiedBy>g pye</cp:lastModifiedBy>
  <cp:revision>49</cp:revision>
  <dcterms:created xsi:type="dcterms:W3CDTF">2018-12-05T07:23:25Z</dcterms:created>
  <dcterms:modified xsi:type="dcterms:W3CDTF">2025-11-11T08:01:06Z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(3)9K7MhttPmctKTlAepJVghc5jVCKqhwlg3WUynTcyZRlAqvXwyh4Oh5MUn/S1qsRekxYaSjf0
xAMb+XIVmiFW19LQ5rzY8SxUDMVg4vj7tzi0SPjrpQaZEh2i7Q63wUANwPymQ9KhvkOpupId
8g/WiPz/3mo9lw2+u0HERtEEQOFSNHxTfxkHcxU8CosEcorCYU1bf3Ron8rzicflycNnYO6T
HSqLQgGez4SDJnplgK</vt:lpwstr>
  </property>
  <property fmtid="{D5CDD505-2E9C-101B-9397-08002B2CF9AE}" pid="3" name="_2015_ms_pID_7253431">
    <vt:lpwstr>82SGjRTEfRs+Omq1PLLlyH6r/NUeGWJLUTXD4xX4AdBDIbA5M3xGE1
FJDhGJWv+ZwJEBjSUU7vQG7pD9Re+jwOMeH8KvtBR51uSvL8QqKWID096WZ7sSv/LL5pae3t
XPEALNuJBpV72sbxfdY4icFZGPfj4727kRAWuT9uG/4Al1hW+8FJdNQ/J9I8uxSoEyoyJ96g
hvAj6RniZYqx1mFTVrh3xskdX0KPyR3xTPNI</vt:lpwstr>
  </property>
  <property fmtid="{D5CDD505-2E9C-101B-9397-08002B2CF9AE}" pid="4" name="_2015_ms_pID_7253432">
    <vt:lpwstr>zr4dAB7xmHqg7+bcC24Pv9M=</vt:lpwstr>
  </property>
  <property fmtid="{D5CDD505-2E9C-101B-9397-08002B2CF9AE}" pid="5" name="_readonly">
    <vt:lpwstr/>
  </property>
  <property fmtid="{D5CDD505-2E9C-101B-9397-08002B2CF9AE}" pid="6" name="_change">
    <vt:lpwstr/>
  </property>
  <property fmtid="{D5CDD505-2E9C-101B-9397-08002B2CF9AE}" pid="7" name="_full-control">
    <vt:lpwstr/>
  </property>
  <property fmtid="{D5CDD505-2E9C-101B-9397-08002B2CF9AE}" pid="8" name="sflag">
    <vt:lpwstr>1575429571</vt:lpwstr>
  </property>
</Properties>
</file>